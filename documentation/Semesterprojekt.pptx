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4" r:id="rId4"/>
    <p:sldId id="263" r:id="rId5"/>
    <p:sldId id="257" r:id="rId6"/>
    <p:sldId id="259" r:id="rId7"/>
    <p:sldId id="260" r:id="rId8"/>
    <p:sldId id="261" r:id="rId9"/>
    <p:sldId id="266" r:id="rId10"/>
    <p:sldId id="267" r:id="rId11"/>
    <p:sldId id="268" r:id="rId12"/>
    <p:sldId id="265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2CD"/>
    <a:srgbClr val="CBAFAA"/>
    <a:srgbClr val="383C53"/>
    <a:srgbClr val="FFF9F5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7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rrer Simone" userId="485f0c93-7948-43c0-ae6c-ed7a11af8330" providerId="ADAL" clId="{B91EF7FB-BBC9-4C8A-88D8-AFDE5231B8C7}"/>
    <pc:docChg chg="modSld">
      <pc:chgData name="Sperrer Simone" userId="485f0c93-7948-43c0-ae6c-ed7a11af8330" providerId="ADAL" clId="{B91EF7FB-BBC9-4C8A-88D8-AFDE5231B8C7}" dt="2024-06-19T09:10:00.071" v="1" actId="20577"/>
      <pc:docMkLst>
        <pc:docMk/>
      </pc:docMkLst>
      <pc:sldChg chg="modSp mod">
        <pc:chgData name="Sperrer Simone" userId="485f0c93-7948-43c0-ae6c-ed7a11af8330" providerId="ADAL" clId="{B91EF7FB-BBC9-4C8A-88D8-AFDE5231B8C7}" dt="2024-06-19T09:10:00.071" v="1" actId="20577"/>
        <pc:sldMkLst>
          <pc:docMk/>
          <pc:sldMk cId="2831376082" sldId="260"/>
        </pc:sldMkLst>
        <pc:spChg chg="mod">
          <ac:chgData name="Sperrer Simone" userId="485f0c93-7948-43c0-ae6c-ed7a11af8330" providerId="ADAL" clId="{B91EF7FB-BBC9-4C8A-88D8-AFDE5231B8C7}" dt="2024-06-19T09:10:00.071" v="1" actId="20577"/>
          <ac:spMkLst>
            <pc:docMk/>
            <pc:sldMk cId="2831376082" sldId="260"/>
            <ac:spMk id="3" creationId="{9D8D01E7-02D4-4C79-135E-EAC059E59E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A2453-ED0D-47DC-B507-2E01D45F1884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CF291-D265-459D-804B-FF50033B3C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3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CF291-D265-459D-804B-FF50033B3C3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04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A70F40-938B-5692-E7B1-321F1838C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38C839-801E-4FD2-6CB1-13D5D5444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BDF692-CD2D-2EAD-C611-30516271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383D40-A030-83F1-F266-094B2F6B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6F6ABB-700E-C98A-09C9-B02E757F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179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B28389-612E-B66B-ECA6-4513F5BE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D5C9F3-A358-0333-F18B-D582FD31C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7B688D-33FA-9A3A-4FB3-EB5B0E7B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3060AE-04BA-D0DB-9BF6-BBB99B30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1F6CFB-713B-17DE-6513-F3C07941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954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00FEE-573C-8352-F9F4-C73A80D2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DD1A4D-20C1-670C-2BEB-D46CB5D2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2DCAAE-D8C1-5A00-BCCF-740240D13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08F97E-0D68-22A4-F9AB-DE561670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B2F70D-8D2C-2632-6A46-FC4D5557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41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F3457-0138-A7C4-D220-745AEC45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46196D-01C5-655A-A614-EBB699ED7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56E398-BA13-6550-4FA4-491B4CE0F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0CC6EF-BB24-8DAE-6959-4F08D01D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ED5278-C11F-B12B-BEE1-CDA0A9BE4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BFF194-3214-3DD2-CEA0-935E8F54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5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64372-A443-66DA-DD8A-8760A7F1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4505FD-E581-64CF-D246-5F64D7089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8F9877-5162-C2AA-E5A7-5DCC2C2EF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5E9CBBA-D233-66AD-7E6E-2A8F1C9C3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2571CC-BA70-AF2F-973F-BE79A56B1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93339EE-17E4-1F19-0D95-38BC8011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26A087-4846-7930-EE71-0ADDBAEE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F26D715-3E7A-AEFF-C1CD-27EDCE2C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48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EEFE1-1C3E-D16E-5270-85B69561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627DF8-A493-3306-05CD-00D32932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9F8BDD-AA36-42E4-69A0-69E5A673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33BD14-2635-8DA6-A157-914CF3A0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637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8843B4-D252-6AC5-8519-B831CF74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2A7481-B26C-3582-0EDB-E38D9970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401B83-869A-5F06-1D6C-5668BF63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646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EC5B20-25B6-F121-F347-6C5F23D6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898B5-030E-1243-8172-6F1506554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D06C21-83D3-E1C0-A98C-FDB7DCFE2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FEFB04-B664-7211-45E5-1BBFF5BA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6C2D00-4590-A822-13C9-02F3DECD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D301EA-C394-05FA-4366-AB840994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18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69816A-10C9-7C48-E9B9-51D23630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ED52BB-4D90-AF2F-05CC-14CDADE6C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D9CDDE-1FA7-9704-A3AE-1D29E62B8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43B8D-7A26-C7D4-B911-1CFAA544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9876D2-5CA8-6063-F8B8-AA84BCF4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66C7FB-7EB5-14F7-F6FC-2BC24C3A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482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93EDC-1C45-01CF-55AE-3D6D8A69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910902-0ED9-D27F-D7D1-F65E572AF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E7B1C1-F0A5-9B5A-43CF-6DDCBECEB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85D631-F064-8D47-1AEE-63D53501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D8B054-D442-5FB4-F5EF-BFB29997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2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794D869-65E1-089D-CDA2-F983BC4B9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2DC85C-6DF0-C610-87D7-AC5D40B6B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43CAE-F792-3892-2276-4B9A4482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22BF0C-A74D-596F-33B6-25D413F6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37AE42-CEC4-7CE7-7CDC-153E9535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729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C11EB6-D820-C863-A88D-AEA9BECB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54BA6D-A44E-0093-FD37-EA21B46FB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C24D6D-FCA6-882A-1FC2-BB2516ED3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2E28C-0F2B-4AB3-8AF7-3093EF02A116}" type="datetimeFigureOut">
              <a:rPr lang="de-DE" smtClean="0"/>
              <a:t>19.06.2024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58D4AC-C017-6146-9680-918038BC8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7A71D-EC57-E971-8F5F-C3DA7773C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FD0F5-D128-49E7-B70D-04B9D4B35B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085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B4FC4-CD62-D5CA-E737-D17DE1A60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1994"/>
            <a:ext cx="9144000" cy="2387600"/>
          </a:xfrm>
        </p:spPr>
        <p:txBody>
          <a:bodyPr>
            <a:normAutofit/>
          </a:bodyPr>
          <a:lstStyle/>
          <a:p>
            <a:r>
              <a:rPr lang="de-DE" sz="13500" b="1" dirty="0"/>
              <a:t>Yoga Place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9206ED-33A3-B2D6-FD86-9988A1BAB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5450" y="2035623"/>
            <a:ext cx="4400550" cy="506412"/>
          </a:xfrm>
        </p:spPr>
        <p:txBody>
          <a:bodyPr>
            <a:noAutofit/>
          </a:bodyPr>
          <a:lstStyle/>
          <a:p>
            <a:r>
              <a:rPr lang="de-DE" sz="3000" dirty="0"/>
              <a:t>Mein Semesterprojekt 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A9C584D-7052-A78D-916A-0A1F40ED40A1}"/>
              </a:ext>
            </a:extLst>
          </p:cNvPr>
          <p:cNvSpPr txBox="1"/>
          <p:nvPr/>
        </p:nvSpPr>
        <p:spPr>
          <a:xfrm>
            <a:off x="9707880" y="6488668"/>
            <a:ext cx="255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Simone Sperrer 2AHITM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79610427-57D7-E231-2089-811FDE4AFE1D}"/>
              </a:ext>
            </a:extLst>
          </p:cNvPr>
          <p:cNvSpPr/>
          <p:nvPr/>
        </p:nvSpPr>
        <p:spPr>
          <a:xfrm rot="11890584">
            <a:off x="8182705" y="-2193087"/>
            <a:ext cx="4970588" cy="5489521"/>
          </a:xfrm>
          <a:custGeom>
            <a:avLst/>
            <a:gdLst>
              <a:gd name="connsiteX0" fmla="*/ 929817 w 8396071"/>
              <a:gd name="connsiteY0" fmla="*/ 1954 h 3250842"/>
              <a:gd name="connsiteX1" fmla="*/ 1877938 w 8396071"/>
              <a:gd name="connsiteY1" fmla="*/ 543453 h 3250842"/>
              <a:gd name="connsiteX2" fmla="*/ 1882418 w 8396071"/>
              <a:gd name="connsiteY2" fmla="*/ 555150 h 3250842"/>
              <a:gd name="connsiteX3" fmla="*/ 1885022 w 8396071"/>
              <a:gd name="connsiteY3" fmla="*/ 555798 h 3250842"/>
              <a:gd name="connsiteX4" fmla="*/ 1904198 w 8396071"/>
              <a:gd name="connsiteY4" fmla="*/ 605873 h 3250842"/>
              <a:gd name="connsiteX5" fmla="*/ 2852319 w 8396071"/>
              <a:gd name="connsiteY5" fmla="*/ 1147372 h 3250842"/>
              <a:gd name="connsiteX6" fmla="*/ 3394730 w 8396071"/>
              <a:gd name="connsiteY6" fmla="*/ 945830 h 3250842"/>
              <a:gd name="connsiteX7" fmla="*/ 3416214 w 8396071"/>
              <a:gd name="connsiteY7" fmla="*/ 925932 h 3250842"/>
              <a:gd name="connsiteX8" fmla="*/ 3426276 w 8396071"/>
              <a:gd name="connsiteY8" fmla="*/ 918994 h 3250842"/>
              <a:gd name="connsiteX9" fmla="*/ 3890212 w 8396071"/>
              <a:gd name="connsiteY9" fmla="*/ 771559 h 3250842"/>
              <a:gd name="connsiteX10" fmla="*/ 4736852 w 8396071"/>
              <a:gd name="connsiteY10" fmla="*/ 1152386 h 3250842"/>
              <a:gd name="connsiteX11" fmla="*/ 4822944 w 8396071"/>
              <a:gd name="connsiteY11" fmla="*/ 1288692 h 3250842"/>
              <a:gd name="connsiteX12" fmla="*/ 4826979 w 8396071"/>
              <a:gd name="connsiteY12" fmla="*/ 1288692 h 3250842"/>
              <a:gd name="connsiteX13" fmla="*/ 4887999 w 8396071"/>
              <a:gd name="connsiteY13" fmla="*/ 1385301 h 3250842"/>
              <a:gd name="connsiteX14" fmla="*/ 5734639 w 8396071"/>
              <a:gd name="connsiteY14" fmla="*/ 1766129 h 3250842"/>
              <a:gd name="connsiteX15" fmla="*/ 6415951 w 8396071"/>
              <a:gd name="connsiteY15" fmla="*/ 1435936 h 3250842"/>
              <a:gd name="connsiteX16" fmla="*/ 6523897 w 8396071"/>
              <a:gd name="connsiteY16" fmla="*/ 1288692 h 3250842"/>
              <a:gd name="connsiteX17" fmla="*/ 6533901 w 8396071"/>
              <a:gd name="connsiteY17" fmla="*/ 1288692 h 3250842"/>
              <a:gd name="connsiteX18" fmla="*/ 6551650 w 8396071"/>
              <a:gd name="connsiteY18" fmla="*/ 1250928 h 3250842"/>
              <a:gd name="connsiteX19" fmla="*/ 7344696 w 8396071"/>
              <a:gd name="connsiteY19" fmla="*/ 768324 h 3250842"/>
              <a:gd name="connsiteX20" fmla="*/ 8394172 w 8396071"/>
              <a:gd name="connsiteY20" fmla="*/ 1686146 h 3250842"/>
              <a:gd name="connsiteX21" fmla="*/ 7466254 w 8396071"/>
              <a:gd name="connsiteY21" fmla="*/ 2726705 h 3250842"/>
              <a:gd name="connsiteX22" fmla="*/ 6903084 w 8396071"/>
              <a:gd name="connsiteY22" fmla="*/ 2593787 h 3250842"/>
              <a:gd name="connsiteX23" fmla="*/ 6881877 w 8396071"/>
              <a:gd name="connsiteY23" fmla="*/ 2578547 h 3250842"/>
              <a:gd name="connsiteX24" fmla="*/ 6881877 w 8396071"/>
              <a:gd name="connsiteY24" fmla="*/ 3250842 h 3250842"/>
              <a:gd name="connsiteX25" fmla="*/ 4281552 w 8396071"/>
              <a:gd name="connsiteY25" fmla="*/ 3250842 h 3250842"/>
              <a:gd name="connsiteX26" fmla="*/ 4281552 w 8396071"/>
              <a:gd name="connsiteY26" fmla="*/ 2674585 h 3250842"/>
              <a:gd name="connsiteX27" fmla="*/ 4209792 w 8396071"/>
              <a:gd name="connsiteY27" fmla="*/ 2697678 h 3250842"/>
              <a:gd name="connsiteX28" fmla="*/ 4011770 w 8396071"/>
              <a:gd name="connsiteY28" fmla="*/ 2729940 h 3250842"/>
              <a:gd name="connsiteX29" fmla="*/ 3448600 w 8396071"/>
              <a:gd name="connsiteY29" fmla="*/ 2597022 h 3250842"/>
              <a:gd name="connsiteX30" fmla="*/ 3434979 w 8396071"/>
              <a:gd name="connsiteY30" fmla="*/ 2587234 h 3250842"/>
              <a:gd name="connsiteX31" fmla="*/ 3346730 w 8396071"/>
              <a:gd name="connsiteY31" fmla="*/ 2941724 h 3250842"/>
              <a:gd name="connsiteX32" fmla="*/ 823420 w 8396071"/>
              <a:gd name="connsiteY32" fmla="*/ 2313554 h 3250842"/>
              <a:gd name="connsiteX33" fmla="*/ 911887 w 8396071"/>
              <a:gd name="connsiteY33" fmla="*/ 1958193 h 3250842"/>
              <a:gd name="connsiteX34" fmla="*/ 850883 w 8396071"/>
              <a:gd name="connsiteY34" fmla="*/ 1952809 h 3250842"/>
              <a:gd name="connsiteX35" fmla="*/ 1899 w 8396071"/>
              <a:gd name="connsiteY35" fmla="*/ 1042513 h 3250842"/>
              <a:gd name="connsiteX36" fmla="*/ 929817 w 8396071"/>
              <a:gd name="connsiteY36" fmla="*/ 1954 h 325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396071" h="3250842">
                <a:moveTo>
                  <a:pt x="929817" y="1954"/>
                </a:moveTo>
                <a:cubicBezTo>
                  <a:pt x="1339348" y="-23466"/>
                  <a:pt x="1706032" y="201323"/>
                  <a:pt x="1877938" y="543453"/>
                </a:cubicBezTo>
                <a:lnTo>
                  <a:pt x="1882418" y="555150"/>
                </a:lnTo>
                <a:lnTo>
                  <a:pt x="1885022" y="555798"/>
                </a:lnTo>
                <a:lnTo>
                  <a:pt x="1904198" y="605873"/>
                </a:lnTo>
                <a:cubicBezTo>
                  <a:pt x="2076105" y="948003"/>
                  <a:pt x="2442788" y="1172792"/>
                  <a:pt x="2852319" y="1147372"/>
                </a:cubicBezTo>
                <a:cubicBezTo>
                  <a:pt x="3057085" y="1134663"/>
                  <a:pt x="3243486" y="1061206"/>
                  <a:pt x="3394730" y="945830"/>
                </a:cubicBezTo>
                <a:lnTo>
                  <a:pt x="3416214" y="925932"/>
                </a:lnTo>
                <a:lnTo>
                  <a:pt x="3426276" y="918994"/>
                </a:lnTo>
                <a:cubicBezTo>
                  <a:pt x="3561689" y="834928"/>
                  <a:pt x="3719574" y="782150"/>
                  <a:pt x="3890212" y="771559"/>
                </a:cubicBezTo>
                <a:cubicBezTo>
                  <a:pt x="4231488" y="750376"/>
                  <a:pt x="4543009" y="902949"/>
                  <a:pt x="4736852" y="1152386"/>
                </a:cubicBezTo>
                <a:lnTo>
                  <a:pt x="4822944" y="1288692"/>
                </a:lnTo>
                <a:lnTo>
                  <a:pt x="4826979" y="1288692"/>
                </a:lnTo>
                <a:lnTo>
                  <a:pt x="4887999" y="1385301"/>
                </a:lnTo>
                <a:cubicBezTo>
                  <a:pt x="5081842" y="1634739"/>
                  <a:pt x="5393362" y="1787312"/>
                  <a:pt x="5734639" y="1766129"/>
                </a:cubicBezTo>
                <a:cubicBezTo>
                  <a:pt x="6007660" y="1749182"/>
                  <a:pt x="6248031" y="1624241"/>
                  <a:pt x="6415951" y="1435936"/>
                </a:cubicBezTo>
                <a:lnTo>
                  <a:pt x="6523897" y="1288692"/>
                </a:lnTo>
                <a:lnTo>
                  <a:pt x="6533901" y="1288692"/>
                </a:lnTo>
                <a:lnTo>
                  <a:pt x="6551650" y="1250928"/>
                </a:lnTo>
                <a:cubicBezTo>
                  <a:pt x="6713159" y="979433"/>
                  <a:pt x="7003420" y="789507"/>
                  <a:pt x="7344696" y="768324"/>
                </a:cubicBezTo>
                <a:cubicBezTo>
                  <a:pt x="7890738" y="734431"/>
                  <a:pt x="8360605" y="1145354"/>
                  <a:pt x="8394172" y="1686146"/>
                </a:cubicBezTo>
                <a:cubicBezTo>
                  <a:pt x="8427739" y="2226938"/>
                  <a:pt x="8012296" y="2692812"/>
                  <a:pt x="7466254" y="2726705"/>
                </a:cubicBezTo>
                <a:cubicBezTo>
                  <a:pt x="7261488" y="2739415"/>
                  <a:pt x="7067434" y="2689573"/>
                  <a:pt x="6903084" y="2593787"/>
                </a:cubicBezTo>
                <a:lnTo>
                  <a:pt x="6881877" y="2578547"/>
                </a:lnTo>
                <a:lnTo>
                  <a:pt x="6881877" y="3250842"/>
                </a:lnTo>
                <a:lnTo>
                  <a:pt x="4281552" y="3250842"/>
                </a:lnTo>
                <a:lnTo>
                  <a:pt x="4281552" y="2674585"/>
                </a:lnTo>
                <a:lnTo>
                  <a:pt x="4209792" y="2697678"/>
                </a:lnTo>
                <a:cubicBezTo>
                  <a:pt x="4146240" y="2714717"/>
                  <a:pt x="4080025" y="2725703"/>
                  <a:pt x="4011770" y="2729940"/>
                </a:cubicBezTo>
                <a:cubicBezTo>
                  <a:pt x="3807004" y="2742650"/>
                  <a:pt x="3612950" y="2692807"/>
                  <a:pt x="3448600" y="2597022"/>
                </a:cubicBezTo>
                <a:lnTo>
                  <a:pt x="3434979" y="2587234"/>
                </a:lnTo>
                <a:lnTo>
                  <a:pt x="3346730" y="2941724"/>
                </a:lnTo>
                <a:lnTo>
                  <a:pt x="823420" y="2313554"/>
                </a:lnTo>
                <a:lnTo>
                  <a:pt x="911887" y="1958193"/>
                </a:lnTo>
                <a:lnTo>
                  <a:pt x="850883" y="1952809"/>
                </a:lnTo>
                <a:cubicBezTo>
                  <a:pt x="394683" y="1889468"/>
                  <a:pt x="31270" y="1515706"/>
                  <a:pt x="1899" y="1042513"/>
                </a:cubicBezTo>
                <a:cubicBezTo>
                  <a:pt x="-31669" y="501721"/>
                  <a:pt x="383775" y="35847"/>
                  <a:pt x="929817" y="1954"/>
                </a:cubicBezTo>
                <a:close/>
              </a:path>
            </a:pathLst>
          </a:custGeom>
          <a:solidFill>
            <a:srgbClr val="383C53"/>
          </a:solidFill>
          <a:ln>
            <a:solidFill>
              <a:srgbClr val="383C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354731B5-6212-033C-65BA-1B4CDCF6623F}"/>
              </a:ext>
            </a:extLst>
          </p:cNvPr>
          <p:cNvSpPr/>
          <p:nvPr/>
        </p:nvSpPr>
        <p:spPr>
          <a:xfrm rot="2331515">
            <a:off x="-2387851" y="3530338"/>
            <a:ext cx="5241797" cy="8479604"/>
          </a:xfrm>
          <a:custGeom>
            <a:avLst/>
            <a:gdLst>
              <a:gd name="connsiteX0" fmla="*/ 6739187 w 8371311"/>
              <a:gd name="connsiteY0" fmla="*/ 33 h 4802379"/>
              <a:gd name="connsiteX1" fmla="*/ 8362832 w 8371311"/>
              <a:gd name="connsiteY1" fmla="*/ 1526478 h 4802379"/>
              <a:gd name="connsiteX2" fmla="*/ 8371311 w 8371311"/>
              <a:gd name="connsiteY2" fmla="*/ 1698929 h 4802379"/>
              <a:gd name="connsiteX3" fmla="*/ 8369999 w 8371311"/>
              <a:gd name="connsiteY3" fmla="*/ 1725804 h 4802379"/>
              <a:gd name="connsiteX4" fmla="*/ 8371310 w 8371311"/>
              <a:gd name="connsiteY4" fmla="*/ 1725804 h 4802379"/>
              <a:gd name="connsiteX5" fmla="*/ 8371310 w 8371311"/>
              <a:gd name="connsiteY5" fmla="*/ 4802379 h 4802379"/>
              <a:gd name="connsiteX6" fmla="*/ 0 w 8371311"/>
              <a:gd name="connsiteY6" fmla="*/ 4802379 h 4802379"/>
              <a:gd name="connsiteX7" fmla="*/ 0 w 8371311"/>
              <a:gd name="connsiteY7" fmla="*/ 1754200 h 4802379"/>
              <a:gd name="connsiteX8" fmla="*/ 0 w 8371311"/>
              <a:gd name="connsiteY8" fmla="*/ 1754190 h 4802379"/>
              <a:gd name="connsiteX9" fmla="*/ 0 w 8371311"/>
              <a:gd name="connsiteY9" fmla="*/ 1754180 h 4802379"/>
              <a:gd name="connsiteX10" fmla="*/ 0 w 8371311"/>
              <a:gd name="connsiteY10" fmla="*/ 1725804 h 4802379"/>
              <a:gd name="connsiteX11" fmla="*/ 1385 w 8371311"/>
              <a:gd name="connsiteY11" fmla="*/ 1725804 h 4802379"/>
              <a:gd name="connsiteX12" fmla="*/ 8250 w 8371311"/>
              <a:gd name="connsiteY12" fmla="*/ 1585100 h 4802379"/>
              <a:gd name="connsiteX13" fmla="*/ 1469164 w 8371311"/>
              <a:gd name="connsiteY13" fmla="*/ 88237 h 4802379"/>
              <a:gd name="connsiteX14" fmla="*/ 2755460 w 8371311"/>
              <a:gd name="connsiteY14" fmla="*/ 547470 h 4802379"/>
              <a:gd name="connsiteX15" fmla="*/ 2809664 w 8371311"/>
              <a:gd name="connsiteY15" fmla="*/ 607236 h 4802379"/>
              <a:gd name="connsiteX16" fmla="*/ 2821220 w 8371311"/>
              <a:gd name="connsiteY16" fmla="*/ 607236 h 4802379"/>
              <a:gd name="connsiteX17" fmla="*/ 2885988 w 8371311"/>
              <a:gd name="connsiteY17" fmla="*/ 696207 h 4802379"/>
              <a:gd name="connsiteX18" fmla="*/ 4306894 w 8371311"/>
              <a:gd name="connsiteY18" fmla="*/ 1304725 h 4802379"/>
              <a:gd name="connsiteX19" fmla="*/ 5408043 w 8371311"/>
              <a:gd name="connsiteY19" fmla="*/ 699429 h 4802379"/>
              <a:gd name="connsiteX20" fmla="*/ 5474299 w 8371311"/>
              <a:gd name="connsiteY20" fmla="*/ 607236 h 4802379"/>
              <a:gd name="connsiteX21" fmla="*/ 5475811 w 8371311"/>
              <a:gd name="connsiteY21" fmla="*/ 607236 h 4802379"/>
              <a:gd name="connsiteX22" fmla="*/ 5483384 w 8371311"/>
              <a:gd name="connsiteY22" fmla="*/ 596843 h 4802379"/>
              <a:gd name="connsiteX23" fmla="*/ 6572116 w 8371311"/>
              <a:gd name="connsiteY23" fmla="*/ 7707 h 4802379"/>
              <a:gd name="connsiteX24" fmla="*/ 6739187 w 8371311"/>
              <a:gd name="connsiteY24" fmla="*/ 33 h 480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371311" h="4802379">
                <a:moveTo>
                  <a:pt x="6739187" y="33"/>
                </a:moveTo>
                <a:cubicBezTo>
                  <a:pt x="7567407" y="5405"/>
                  <a:pt x="8277393" y="657360"/>
                  <a:pt x="8362832" y="1526478"/>
                </a:cubicBezTo>
                <a:cubicBezTo>
                  <a:pt x="8368528" y="1584419"/>
                  <a:pt x="8371313" y="1641954"/>
                  <a:pt x="8371311" y="1698929"/>
                </a:cubicBezTo>
                <a:lnTo>
                  <a:pt x="8369999" y="1725804"/>
                </a:lnTo>
                <a:lnTo>
                  <a:pt x="8371310" y="1725804"/>
                </a:lnTo>
                <a:lnTo>
                  <a:pt x="8371310" y="4802379"/>
                </a:lnTo>
                <a:lnTo>
                  <a:pt x="0" y="4802379"/>
                </a:lnTo>
                <a:lnTo>
                  <a:pt x="0" y="1754200"/>
                </a:lnTo>
                <a:lnTo>
                  <a:pt x="0" y="1754190"/>
                </a:lnTo>
                <a:lnTo>
                  <a:pt x="0" y="1754180"/>
                </a:lnTo>
                <a:lnTo>
                  <a:pt x="0" y="1725804"/>
                </a:lnTo>
                <a:lnTo>
                  <a:pt x="1385" y="1725804"/>
                </a:lnTo>
                <a:lnTo>
                  <a:pt x="8250" y="1585100"/>
                </a:lnTo>
                <a:cubicBezTo>
                  <a:pt x="84647" y="805294"/>
                  <a:pt x="683545" y="165468"/>
                  <a:pt x="1469164" y="88237"/>
                </a:cubicBezTo>
                <a:cubicBezTo>
                  <a:pt x="1960176" y="39968"/>
                  <a:pt x="2422441" y="221458"/>
                  <a:pt x="2755460" y="547470"/>
                </a:cubicBezTo>
                <a:lnTo>
                  <a:pt x="2809664" y="607236"/>
                </a:lnTo>
                <a:lnTo>
                  <a:pt x="2821220" y="607236"/>
                </a:lnTo>
                <a:lnTo>
                  <a:pt x="2885988" y="696207"/>
                </a:lnTo>
                <a:cubicBezTo>
                  <a:pt x="3222090" y="1114578"/>
                  <a:pt x="3745737" y="1359890"/>
                  <a:pt x="4306894" y="1304725"/>
                </a:cubicBezTo>
                <a:cubicBezTo>
                  <a:pt x="4755819" y="1260593"/>
                  <a:pt x="5143750" y="1032511"/>
                  <a:pt x="5408043" y="699429"/>
                </a:cubicBezTo>
                <a:lnTo>
                  <a:pt x="5474299" y="607236"/>
                </a:lnTo>
                <a:lnTo>
                  <a:pt x="5475811" y="607236"/>
                </a:lnTo>
                <a:lnTo>
                  <a:pt x="5483384" y="596843"/>
                </a:lnTo>
                <a:cubicBezTo>
                  <a:pt x="5747374" y="272600"/>
                  <a:pt x="6130205" y="51149"/>
                  <a:pt x="6572116" y="7707"/>
                </a:cubicBezTo>
                <a:cubicBezTo>
                  <a:pt x="6628232" y="2191"/>
                  <a:pt x="6683972" y="-325"/>
                  <a:pt x="6739187" y="33"/>
                </a:cubicBezTo>
                <a:close/>
              </a:path>
            </a:pathLst>
          </a:cu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84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B4FC4-CD62-D5CA-E737-D17DE1A60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9623"/>
            <a:ext cx="9144000" cy="1458754"/>
          </a:xfrm>
        </p:spPr>
        <p:txBody>
          <a:bodyPr>
            <a:normAutofit/>
          </a:bodyPr>
          <a:lstStyle/>
          <a:p>
            <a:r>
              <a:rPr lang="de-DE" sz="9000" b="1" dirty="0"/>
              <a:t>Mein Thema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9206ED-33A3-B2D6-FD86-9988A1BAB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86" y="4158377"/>
            <a:ext cx="4400550" cy="506412"/>
          </a:xfrm>
        </p:spPr>
        <p:txBody>
          <a:bodyPr>
            <a:noAutofit/>
          </a:bodyPr>
          <a:lstStyle/>
          <a:p>
            <a:r>
              <a:rPr lang="de-DE" sz="3000" dirty="0"/>
              <a:t>Für das Semesterprojekt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0795C30A-702D-BD70-DD5C-9ED479AC440D}"/>
              </a:ext>
            </a:extLst>
          </p:cNvPr>
          <p:cNvSpPr/>
          <p:nvPr/>
        </p:nvSpPr>
        <p:spPr>
          <a:xfrm rot="9303293">
            <a:off x="-490558" y="-2361103"/>
            <a:ext cx="9287244" cy="5517825"/>
          </a:xfrm>
          <a:custGeom>
            <a:avLst/>
            <a:gdLst>
              <a:gd name="connsiteX0" fmla="*/ 1109213 w 12652249"/>
              <a:gd name="connsiteY0" fmla="*/ 4342420 h 7287475"/>
              <a:gd name="connsiteX1" fmla="*/ 1124972 w 12652249"/>
              <a:gd name="connsiteY1" fmla="*/ 3669156 h 7287475"/>
              <a:gd name="connsiteX2" fmla="*/ 1063232 w 12652249"/>
              <a:gd name="connsiteY2" fmla="*/ 3665697 h 7287475"/>
              <a:gd name="connsiteX3" fmla="*/ 34304 w 12652249"/>
              <a:gd name="connsiteY3" fmla="*/ 2057362 h 7287475"/>
              <a:gd name="connsiteX4" fmla="*/ 745398 w 12652249"/>
              <a:gd name="connsiteY4" fmla="*/ 13601 h 7287475"/>
              <a:gd name="connsiteX5" fmla="*/ 1797963 w 12652249"/>
              <a:gd name="connsiteY5" fmla="*/ 922424 h 7287475"/>
              <a:gd name="connsiteX6" fmla="*/ 1804792 w 12652249"/>
              <a:gd name="connsiteY6" fmla="*/ 943785 h 7287475"/>
              <a:gd name="connsiteX7" fmla="*/ 1807512 w 12652249"/>
              <a:gd name="connsiteY7" fmla="*/ 944714 h 7287475"/>
              <a:gd name="connsiteX8" fmla="*/ 1836749 w 12652249"/>
              <a:gd name="connsiteY8" fmla="*/ 1036164 h 7287475"/>
              <a:gd name="connsiteX9" fmla="*/ 2889312 w 12652249"/>
              <a:gd name="connsiteY9" fmla="*/ 1944986 h 7287475"/>
              <a:gd name="connsiteX10" fmla="*/ 3387602 w 12652249"/>
              <a:gd name="connsiteY10" fmla="*/ 1509920 h 7287475"/>
              <a:gd name="connsiteX11" fmla="*/ 3404917 w 12652249"/>
              <a:gd name="connsiteY11" fmla="*/ 1470434 h 7287475"/>
              <a:gd name="connsiteX12" fmla="*/ 3413511 w 12652249"/>
              <a:gd name="connsiteY12" fmla="*/ 1456388 h 7287475"/>
              <a:gd name="connsiteX13" fmla="*/ 3844776 w 12652249"/>
              <a:gd name="connsiteY13" fmla="*/ 1130862 h 7287475"/>
              <a:gd name="connsiteX14" fmla="*/ 4763815 w 12652249"/>
              <a:gd name="connsiteY14" fmla="*/ 1750574 h 7287475"/>
              <a:gd name="connsiteX15" fmla="*/ 4877092 w 12652249"/>
              <a:gd name="connsiteY15" fmla="*/ 1995841 h 7287475"/>
              <a:gd name="connsiteX16" fmla="*/ 4881103 w 12652249"/>
              <a:gd name="connsiteY16" fmla="*/ 1995404 h 7287475"/>
              <a:gd name="connsiteX17" fmla="*/ 4961391 w 12652249"/>
              <a:gd name="connsiteY17" fmla="*/ 2169240 h 7287475"/>
              <a:gd name="connsiteX18" fmla="*/ 5880429 w 12652249"/>
              <a:gd name="connsiteY18" fmla="*/ 2788954 h 7287475"/>
              <a:gd name="connsiteX19" fmla="*/ 6490670 w 12652249"/>
              <a:gd name="connsiteY19" fmla="*/ 2098591 h 7287475"/>
              <a:gd name="connsiteX20" fmla="*/ 6568072 w 12652249"/>
              <a:gd name="connsiteY20" fmla="*/ 1811915 h 7287475"/>
              <a:gd name="connsiteX21" fmla="*/ 6578017 w 12652249"/>
              <a:gd name="connsiteY21" fmla="*/ 1810833 h 7287475"/>
              <a:gd name="connsiteX22" fmla="*/ 6587990 w 12652249"/>
              <a:gd name="connsiteY22" fmla="*/ 1738383 h 7287475"/>
              <a:gd name="connsiteX23" fmla="*/ 7278348 w 12652249"/>
              <a:gd name="connsiteY23" fmla="*/ 751283 h 7287475"/>
              <a:gd name="connsiteX24" fmla="*/ 8387372 w 12652249"/>
              <a:gd name="connsiteY24" fmla="*/ 1820077 h 7287475"/>
              <a:gd name="connsiteX25" fmla="*/ 8424274 w 12652249"/>
              <a:gd name="connsiteY25" fmla="*/ 1948092 h 7287475"/>
              <a:gd name="connsiteX26" fmla="*/ 8429879 w 12652249"/>
              <a:gd name="connsiteY26" fmla="*/ 1948092 h 7287475"/>
              <a:gd name="connsiteX27" fmla="*/ 8479153 w 12652249"/>
              <a:gd name="connsiteY27" fmla="*/ 2061330 h 7287475"/>
              <a:gd name="connsiteX28" fmla="*/ 9560142 w 12652249"/>
              <a:gd name="connsiteY28" fmla="*/ 2835823 h 7287475"/>
              <a:gd name="connsiteX29" fmla="*/ 10397869 w 12652249"/>
              <a:gd name="connsiteY29" fmla="*/ 2065431 h 7287475"/>
              <a:gd name="connsiteX30" fmla="*/ 10448275 w 12652249"/>
              <a:gd name="connsiteY30" fmla="*/ 1948092 h 7287475"/>
              <a:gd name="connsiteX31" fmla="*/ 10449425 w 12652249"/>
              <a:gd name="connsiteY31" fmla="*/ 1948092 h 7287475"/>
              <a:gd name="connsiteX32" fmla="*/ 10455187 w 12652249"/>
              <a:gd name="connsiteY32" fmla="*/ 1934864 h 7287475"/>
              <a:gd name="connsiteX33" fmla="*/ 11283466 w 12652249"/>
              <a:gd name="connsiteY33" fmla="*/ 1185039 h 7287475"/>
              <a:gd name="connsiteX34" fmla="*/ 11410570 w 12652249"/>
              <a:gd name="connsiteY34" fmla="*/ 1175272 h 7287475"/>
              <a:gd name="connsiteX35" fmla="*/ 12645798 w 12652249"/>
              <a:gd name="connsiteY35" fmla="*/ 3118060 h 7287475"/>
              <a:gd name="connsiteX36" fmla="*/ 12652249 w 12652249"/>
              <a:gd name="connsiteY36" fmla="*/ 3337548 h 7287475"/>
              <a:gd name="connsiteX37" fmla="*/ 12651251 w 12652249"/>
              <a:gd name="connsiteY37" fmla="*/ 3371753 h 7287475"/>
              <a:gd name="connsiteX38" fmla="*/ 12652248 w 12652249"/>
              <a:gd name="connsiteY38" fmla="*/ 3371753 h 7287475"/>
              <a:gd name="connsiteX39" fmla="*/ 12652248 w 12652249"/>
              <a:gd name="connsiteY39" fmla="*/ 7287475 h 7287475"/>
              <a:gd name="connsiteX40" fmla="*/ 6283566 w 12652249"/>
              <a:gd name="connsiteY40" fmla="*/ 7287475 h 7287475"/>
              <a:gd name="connsiteX41" fmla="*/ 6283566 w 12652249"/>
              <a:gd name="connsiteY41" fmla="*/ 5550871 h 7287475"/>
              <a:gd name="connsiteX42" fmla="*/ 4737474 w 12652249"/>
              <a:gd name="connsiteY42" fmla="*/ 5719037 h 7287475"/>
              <a:gd name="connsiteX43" fmla="*/ 4620410 w 12652249"/>
              <a:gd name="connsiteY43" fmla="*/ 4642777 h 7287475"/>
              <a:gd name="connsiteX44" fmla="*/ 4553762 w 12652249"/>
              <a:gd name="connsiteY44" fmla="*/ 4693667 h 7287475"/>
              <a:gd name="connsiteX45" fmla="*/ 4363456 w 12652249"/>
              <a:gd name="connsiteY45" fmla="*/ 4775334 h 7287475"/>
              <a:gd name="connsiteX46" fmla="*/ 3776586 w 12652249"/>
              <a:gd name="connsiteY46" fmla="*/ 4587983 h 7287475"/>
              <a:gd name="connsiteX47" fmla="*/ 3761056 w 12652249"/>
              <a:gd name="connsiteY47" fmla="*/ 4571175 h 7287475"/>
              <a:gd name="connsiteX48" fmla="*/ 3745338 w 12652249"/>
              <a:gd name="connsiteY48" fmla="*/ 5242789 h 728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2652249" h="7287475">
                <a:moveTo>
                  <a:pt x="1109213" y="4342420"/>
                </a:moveTo>
                <a:lnTo>
                  <a:pt x="1124972" y="3669156"/>
                </a:lnTo>
                <a:lnTo>
                  <a:pt x="1063232" y="3665697"/>
                </a:lnTo>
                <a:cubicBezTo>
                  <a:pt x="596839" y="3596726"/>
                  <a:pt x="159629" y="2937957"/>
                  <a:pt x="34304" y="2057362"/>
                </a:cubicBezTo>
                <a:cubicBezTo>
                  <a:pt x="-108926" y="1050969"/>
                  <a:pt x="209443" y="135946"/>
                  <a:pt x="745398" y="13601"/>
                </a:cubicBezTo>
                <a:cubicBezTo>
                  <a:pt x="1147363" y="-78158"/>
                  <a:pt x="1557563" y="302025"/>
                  <a:pt x="1797963" y="922424"/>
                </a:cubicBezTo>
                <a:lnTo>
                  <a:pt x="1804792" y="943785"/>
                </a:lnTo>
                <a:lnTo>
                  <a:pt x="1807512" y="944714"/>
                </a:lnTo>
                <a:lnTo>
                  <a:pt x="1836749" y="1036164"/>
                </a:lnTo>
                <a:cubicBezTo>
                  <a:pt x="2077150" y="1656563"/>
                  <a:pt x="2487347" y="2036746"/>
                  <a:pt x="2889312" y="1944986"/>
                </a:cubicBezTo>
                <a:cubicBezTo>
                  <a:pt x="3090297" y="1899108"/>
                  <a:pt x="3260683" y="1741759"/>
                  <a:pt x="3387602" y="1509920"/>
                </a:cubicBezTo>
                <a:lnTo>
                  <a:pt x="3404917" y="1470434"/>
                </a:lnTo>
                <a:lnTo>
                  <a:pt x="3413511" y="1456388"/>
                </a:lnTo>
                <a:cubicBezTo>
                  <a:pt x="3531052" y="1284738"/>
                  <a:pt x="3677290" y="1169093"/>
                  <a:pt x="3844776" y="1130862"/>
                </a:cubicBezTo>
                <a:cubicBezTo>
                  <a:pt x="4179748" y="1054397"/>
                  <a:pt x="4520436" y="1305668"/>
                  <a:pt x="4763815" y="1750574"/>
                </a:cubicBezTo>
                <a:lnTo>
                  <a:pt x="4877092" y="1995841"/>
                </a:lnTo>
                <a:lnTo>
                  <a:pt x="4881103" y="1995404"/>
                </a:lnTo>
                <a:lnTo>
                  <a:pt x="4961391" y="2169240"/>
                </a:lnTo>
                <a:cubicBezTo>
                  <a:pt x="5204769" y="2614148"/>
                  <a:pt x="5545457" y="2865420"/>
                  <a:pt x="5880429" y="2788954"/>
                </a:cubicBezTo>
                <a:cubicBezTo>
                  <a:pt x="6148407" y="2727781"/>
                  <a:pt x="6361988" y="2468441"/>
                  <a:pt x="6490670" y="2098591"/>
                </a:cubicBezTo>
                <a:lnTo>
                  <a:pt x="6568072" y="1811915"/>
                </a:lnTo>
                <a:lnTo>
                  <a:pt x="6578017" y="1810833"/>
                </a:lnTo>
                <a:lnTo>
                  <a:pt x="6587990" y="1738383"/>
                </a:lnTo>
                <a:cubicBezTo>
                  <a:pt x="6693399" y="1213855"/>
                  <a:pt x="6943376" y="827749"/>
                  <a:pt x="7278348" y="751283"/>
                </a:cubicBezTo>
                <a:cubicBezTo>
                  <a:pt x="7713811" y="651878"/>
                  <a:pt x="8158935" y="1106349"/>
                  <a:pt x="8387372" y="1820077"/>
                </a:cubicBezTo>
                <a:lnTo>
                  <a:pt x="8424274" y="1948092"/>
                </a:lnTo>
                <a:lnTo>
                  <a:pt x="8429879" y="1948092"/>
                </a:lnTo>
                <a:lnTo>
                  <a:pt x="8479153" y="2061330"/>
                </a:lnTo>
                <a:cubicBezTo>
                  <a:pt x="8734851" y="2593813"/>
                  <a:pt x="9133228" y="2906035"/>
                  <a:pt x="9560142" y="2835823"/>
                </a:cubicBezTo>
                <a:cubicBezTo>
                  <a:pt x="9901674" y="2779654"/>
                  <a:pt x="10196801" y="2489361"/>
                  <a:pt x="10397869" y="2065431"/>
                </a:cubicBezTo>
                <a:lnTo>
                  <a:pt x="10448275" y="1948092"/>
                </a:lnTo>
                <a:lnTo>
                  <a:pt x="10449425" y="1948092"/>
                </a:lnTo>
                <a:lnTo>
                  <a:pt x="10455187" y="1934864"/>
                </a:lnTo>
                <a:cubicBezTo>
                  <a:pt x="10656023" y="1522183"/>
                  <a:pt x="10947272" y="1240330"/>
                  <a:pt x="11283466" y="1185039"/>
                </a:cubicBezTo>
                <a:cubicBezTo>
                  <a:pt x="11326158" y="1178018"/>
                  <a:pt x="11368564" y="1174816"/>
                  <a:pt x="11410570" y="1175272"/>
                </a:cubicBezTo>
                <a:cubicBezTo>
                  <a:pt x="12040659" y="1182109"/>
                  <a:pt x="12580798" y="2011887"/>
                  <a:pt x="12645798" y="3118060"/>
                </a:cubicBezTo>
                <a:cubicBezTo>
                  <a:pt x="12650132" y="3191805"/>
                  <a:pt x="12652250" y="3265033"/>
                  <a:pt x="12652249" y="3337548"/>
                </a:cubicBezTo>
                <a:lnTo>
                  <a:pt x="12651251" y="3371753"/>
                </a:lnTo>
                <a:lnTo>
                  <a:pt x="12652248" y="3371753"/>
                </a:lnTo>
                <a:lnTo>
                  <a:pt x="12652248" y="7287475"/>
                </a:lnTo>
                <a:lnTo>
                  <a:pt x="6283566" y="7287475"/>
                </a:lnTo>
                <a:lnTo>
                  <a:pt x="6283566" y="5550871"/>
                </a:lnTo>
                <a:lnTo>
                  <a:pt x="4737474" y="5719037"/>
                </a:lnTo>
                <a:lnTo>
                  <a:pt x="4620410" y="4642777"/>
                </a:lnTo>
                <a:lnTo>
                  <a:pt x="4553762" y="4693667"/>
                </a:lnTo>
                <a:cubicBezTo>
                  <a:pt x="4494044" y="4732362"/>
                  <a:pt x="4430450" y="4760040"/>
                  <a:pt x="4363456" y="4775334"/>
                </a:cubicBezTo>
                <a:cubicBezTo>
                  <a:pt x="4162472" y="4821214"/>
                  <a:pt x="3959431" y="4749107"/>
                  <a:pt x="3776586" y="4587983"/>
                </a:cubicBezTo>
                <a:lnTo>
                  <a:pt x="3761056" y="4571175"/>
                </a:lnTo>
                <a:lnTo>
                  <a:pt x="3745338" y="5242789"/>
                </a:lnTo>
                <a:close/>
              </a:path>
            </a:pathLst>
          </a:cu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12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E62878-6DB1-9FA8-AFE5-52304D06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Yoga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3B5EE1-4AC9-BE95-3A27-576CA2080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Buchen von Kursen</a:t>
            </a:r>
          </a:p>
          <a:p>
            <a:endParaRPr lang="de-DE"/>
          </a:p>
          <a:p>
            <a:r>
              <a:rPr lang="de-DE"/>
              <a:t>Löschen von Kursen</a:t>
            </a:r>
          </a:p>
          <a:p>
            <a:endParaRPr lang="de-DE"/>
          </a:p>
          <a:p>
            <a:r>
              <a:rPr lang="de-DE"/>
              <a:t>Atemübungen</a:t>
            </a:r>
          </a:p>
          <a:p>
            <a:endParaRPr lang="de-DE"/>
          </a:p>
          <a:p>
            <a:endParaRPr lang="de-DE" dirty="0"/>
          </a:p>
        </p:txBody>
      </p:sp>
      <p:pic>
        <p:nvPicPr>
          <p:cNvPr id="17" name="Grafik 16" descr="Ein Bild, das Tänzer, Person, draußen, Sport enthält.&#10;&#10;Automatisch generierte Beschreibung">
            <a:extLst>
              <a:ext uri="{FF2B5EF4-FFF2-40B4-BE49-F238E27FC236}">
                <a16:creationId xmlns:a16="http://schemas.microsoft.com/office/drawing/2014/main" id="{10A0195F-175D-19C8-D2A0-D99A276C6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62925" y="262223"/>
            <a:ext cx="3365953" cy="3365953"/>
          </a:xfrm>
          <a:custGeom>
            <a:avLst/>
            <a:gdLst>
              <a:gd name="connsiteX0" fmla="*/ 1530576 w 3061152"/>
              <a:gd name="connsiteY0" fmla="*/ 0 h 3061152"/>
              <a:gd name="connsiteX1" fmla="*/ 3061152 w 3061152"/>
              <a:gd name="connsiteY1" fmla="*/ 1530576 h 3061152"/>
              <a:gd name="connsiteX2" fmla="*/ 1530576 w 3061152"/>
              <a:gd name="connsiteY2" fmla="*/ 3061152 h 3061152"/>
              <a:gd name="connsiteX3" fmla="*/ 0 w 3061152"/>
              <a:gd name="connsiteY3" fmla="*/ 1530576 h 3061152"/>
              <a:gd name="connsiteX4" fmla="*/ 1530576 w 3061152"/>
              <a:gd name="connsiteY4" fmla="*/ 0 h 306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1152" h="3061152">
                <a:moveTo>
                  <a:pt x="1530576" y="0"/>
                </a:moveTo>
                <a:cubicBezTo>
                  <a:pt x="2375890" y="0"/>
                  <a:pt x="3061152" y="685262"/>
                  <a:pt x="3061152" y="1530576"/>
                </a:cubicBezTo>
                <a:cubicBezTo>
                  <a:pt x="3061152" y="2375890"/>
                  <a:pt x="2375890" y="3061152"/>
                  <a:pt x="1530576" y="3061152"/>
                </a:cubicBezTo>
                <a:cubicBezTo>
                  <a:pt x="685262" y="3061152"/>
                  <a:pt x="0" y="2375890"/>
                  <a:pt x="0" y="1530576"/>
                </a:cubicBezTo>
                <a:cubicBezTo>
                  <a:pt x="0" y="685262"/>
                  <a:pt x="685262" y="0"/>
                  <a:pt x="1530576" y="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21" name="Grafik 20" descr="Ein Bild, das Knie, Balance, Yoga, körperliche Fitness enthält.&#10;&#10;Automatisch generierte Beschreibung">
            <a:extLst>
              <a:ext uri="{FF2B5EF4-FFF2-40B4-BE49-F238E27FC236}">
                <a16:creationId xmlns:a16="http://schemas.microsoft.com/office/drawing/2014/main" id="{3C741361-F48D-2CB5-2DAF-290813B93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50719" y="3535282"/>
            <a:ext cx="2108653" cy="2108653"/>
          </a:xfrm>
          <a:custGeom>
            <a:avLst/>
            <a:gdLst>
              <a:gd name="connsiteX0" fmla="*/ 968490 w 1936980"/>
              <a:gd name="connsiteY0" fmla="*/ 0 h 1936980"/>
              <a:gd name="connsiteX1" fmla="*/ 1936980 w 1936980"/>
              <a:gd name="connsiteY1" fmla="*/ 968490 h 1936980"/>
              <a:gd name="connsiteX2" fmla="*/ 968490 w 1936980"/>
              <a:gd name="connsiteY2" fmla="*/ 1936980 h 1936980"/>
              <a:gd name="connsiteX3" fmla="*/ 0 w 1936980"/>
              <a:gd name="connsiteY3" fmla="*/ 968490 h 1936980"/>
              <a:gd name="connsiteX4" fmla="*/ 968490 w 1936980"/>
              <a:gd name="connsiteY4" fmla="*/ 0 h 193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6980" h="1936980">
                <a:moveTo>
                  <a:pt x="968490" y="0"/>
                </a:moveTo>
                <a:cubicBezTo>
                  <a:pt x="1503372" y="0"/>
                  <a:pt x="1936980" y="433608"/>
                  <a:pt x="1936980" y="968490"/>
                </a:cubicBezTo>
                <a:cubicBezTo>
                  <a:pt x="1936980" y="1503372"/>
                  <a:pt x="1503372" y="1936980"/>
                  <a:pt x="968490" y="1936980"/>
                </a:cubicBezTo>
                <a:cubicBezTo>
                  <a:pt x="433608" y="1936980"/>
                  <a:pt x="0" y="1503372"/>
                  <a:pt x="0" y="968490"/>
                </a:cubicBezTo>
                <a:cubicBezTo>
                  <a:pt x="0" y="433608"/>
                  <a:pt x="433608" y="0"/>
                  <a:pt x="968490" y="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25" name="Grafik 24" descr="Ein Bild, das Person, Kleidung, Menschliches Gesicht, Tanz enthält.&#10;&#10;Automatisch generierte Beschreibung">
            <a:extLst>
              <a:ext uri="{FF2B5EF4-FFF2-40B4-BE49-F238E27FC236}">
                <a16:creationId xmlns:a16="http://schemas.microsoft.com/office/drawing/2014/main" id="{67B6AB87-FE2F-E0D2-9653-288EAAB8B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58300" y="3950440"/>
            <a:ext cx="2594428" cy="2594428"/>
          </a:xfrm>
          <a:custGeom>
            <a:avLst/>
            <a:gdLst>
              <a:gd name="connsiteX0" fmla="*/ 1178151 w 2356302"/>
              <a:gd name="connsiteY0" fmla="*/ 0 h 2356302"/>
              <a:gd name="connsiteX1" fmla="*/ 2356302 w 2356302"/>
              <a:gd name="connsiteY1" fmla="*/ 1178151 h 2356302"/>
              <a:gd name="connsiteX2" fmla="*/ 1178151 w 2356302"/>
              <a:gd name="connsiteY2" fmla="*/ 2356302 h 2356302"/>
              <a:gd name="connsiteX3" fmla="*/ 0 w 2356302"/>
              <a:gd name="connsiteY3" fmla="*/ 1178151 h 2356302"/>
              <a:gd name="connsiteX4" fmla="*/ 1178151 w 2356302"/>
              <a:gd name="connsiteY4" fmla="*/ 0 h 2356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302" h="2356302">
                <a:moveTo>
                  <a:pt x="1178151" y="0"/>
                </a:moveTo>
                <a:cubicBezTo>
                  <a:pt x="1828826" y="0"/>
                  <a:pt x="2356302" y="527476"/>
                  <a:pt x="2356302" y="1178151"/>
                </a:cubicBezTo>
                <a:cubicBezTo>
                  <a:pt x="2356302" y="1828826"/>
                  <a:pt x="1828826" y="2356302"/>
                  <a:pt x="1178151" y="2356302"/>
                </a:cubicBezTo>
                <a:cubicBezTo>
                  <a:pt x="527476" y="2356302"/>
                  <a:pt x="0" y="1828826"/>
                  <a:pt x="0" y="1178151"/>
                </a:cubicBezTo>
                <a:cubicBezTo>
                  <a:pt x="0" y="527476"/>
                  <a:pt x="527476" y="0"/>
                  <a:pt x="1178151" y="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" name="Grafik 14" descr="Ein Bild, das Sport, Person, körperliche Fitness, Balance enthält.&#10;&#10;Automatisch generierte Beschreibung">
            <a:extLst>
              <a:ext uri="{FF2B5EF4-FFF2-40B4-BE49-F238E27FC236}">
                <a16:creationId xmlns:a16="http://schemas.microsoft.com/office/drawing/2014/main" id="{84DDC7C1-B81E-6CF0-097B-59D912C872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74753" y="1370185"/>
            <a:ext cx="1632069" cy="1632069"/>
          </a:xfrm>
          <a:custGeom>
            <a:avLst/>
            <a:gdLst>
              <a:gd name="connsiteX0" fmla="*/ 816035 w 1632069"/>
              <a:gd name="connsiteY0" fmla="*/ 0 h 1632069"/>
              <a:gd name="connsiteX1" fmla="*/ 1627857 w 1632069"/>
              <a:gd name="connsiteY1" fmla="*/ 732600 h 1632069"/>
              <a:gd name="connsiteX2" fmla="*/ 1632069 w 1632069"/>
              <a:gd name="connsiteY2" fmla="*/ 816015 h 1632069"/>
              <a:gd name="connsiteX3" fmla="*/ 1632069 w 1632069"/>
              <a:gd name="connsiteY3" fmla="*/ 816055 h 1632069"/>
              <a:gd name="connsiteX4" fmla="*/ 1627857 w 1632069"/>
              <a:gd name="connsiteY4" fmla="*/ 899470 h 1632069"/>
              <a:gd name="connsiteX5" fmla="*/ 899470 w 1632069"/>
              <a:gd name="connsiteY5" fmla="*/ 1627857 h 1632069"/>
              <a:gd name="connsiteX6" fmla="*/ 816055 w 1632069"/>
              <a:gd name="connsiteY6" fmla="*/ 1632069 h 1632069"/>
              <a:gd name="connsiteX7" fmla="*/ 816016 w 1632069"/>
              <a:gd name="connsiteY7" fmla="*/ 1632069 h 1632069"/>
              <a:gd name="connsiteX8" fmla="*/ 732600 w 1632069"/>
              <a:gd name="connsiteY8" fmla="*/ 1627857 h 1632069"/>
              <a:gd name="connsiteX9" fmla="*/ 0 w 1632069"/>
              <a:gd name="connsiteY9" fmla="*/ 816035 h 1632069"/>
              <a:gd name="connsiteX10" fmla="*/ 816035 w 1632069"/>
              <a:gd name="connsiteY10" fmla="*/ 0 h 163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32069" h="1632069">
                <a:moveTo>
                  <a:pt x="816035" y="0"/>
                </a:moveTo>
                <a:cubicBezTo>
                  <a:pt x="1238552" y="0"/>
                  <a:pt x="1586068" y="321109"/>
                  <a:pt x="1627857" y="732600"/>
                </a:cubicBezTo>
                <a:lnTo>
                  <a:pt x="1632069" y="816015"/>
                </a:lnTo>
                <a:lnTo>
                  <a:pt x="1632069" y="816055"/>
                </a:lnTo>
                <a:lnTo>
                  <a:pt x="1627857" y="899470"/>
                </a:lnTo>
                <a:cubicBezTo>
                  <a:pt x="1588854" y="1283528"/>
                  <a:pt x="1283528" y="1588854"/>
                  <a:pt x="899470" y="1627857"/>
                </a:cubicBezTo>
                <a:lnTo>
                  <a:pt x="816055" y="1632069"/>
                </a:lnTo>
                <a:lnTo>
                  <a:pt x="816016" y="1632069"/>
                </a:lnTo>
                <a:lnTo>
                  <a:pt x="732600" y="1627857"/>
                </a:lnTo>
                <a:cubicBezTo>
                  <a:pt x="321110" y="1586068"/>
                  <a:pt x="0" y="1238551"/>
                  <a:pt x="0" y="816035"/>
                </a:cubicBezTo>
                <a:cubicBezTo>
                  <a:pt x="0" y="365351"/>
                  <a:pt x="365351" y="0"/>
                  <a:pt x="816035" y="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28" name="Grafik 27" descr="Ein Bild, das Yoga, Balance, Knie, körperliche Fitness enthält.&#10;&#10;Automatisch generierte Beschreibung">
            <a:extLst>
              <a:ext uri="{FF2B5EF4-FFF2-40B4-BE49-F238E27FC236}">
                <a16:creationId xmlns:a16="http://schemas.microsoft.com/office/drawing/2014/main" id="{274AAE2C-F296-62D8-9AE1-963DF4AE34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8299" y="4971606"/>
            <a:ext cx="2247953" cy="2247953"/>
          </a:xfrm>
          <a:custGeom>
            <a:avLst/>
            <a:gdLst>
              <a:gd name="connsiteX0" fmla="*/ 904820 w 1809640"/>
              <a:gd name="connsiteY0" fmla="*/ 0 h 1809640"/>
              <a:gd name="connsiteX1" fmla="*/ 1809640 w 1809640"/>
              <a:gd name="connsiteY1" fmla="*/ 904820 h 1809640"/>
              <a:gd name="connsiteX2" fmla="*/ 904820 w 1809640"/>
              <a:gd name="connsiteY2" fmla="*/ 1809640 h 1809640"/>
              <a:gd name="connsiteX3" fmla="*/ 0 w 1809640"/>
              <a:gd name="connsiteY3" fmla="*/ 904820 h 1809640"/>
              <a:gd name="connsiteX4" fmla="*/ 904820 w 1809640"/>
              <a:gd name="connsiteY4" fmla="*/ 0 h 180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640" h="1809640">
                <a:moveTo>
                  <a:pt x="904820" y="0"/>
                </a:moveTo>
                <a:cubicBezTo>
                  <a:pt x="1404538" y="0"/>
                  <a:pt x="1809640" y="405102"/>
                  <a:pt x="1809640" y="904820"/>
                </a:cubicBezTo>
                <a:cubicBezTo>
                  <a:pt x="1809640" y="1404538"/>
                  <a:pt x="1404538" y="1809640"/>
                  <a:pt x="904820" y="1809640"/>
                </a:cubicBezTo>
                <a:cubicBezTo>
                  <a:pt x="405102" y="1809640"/>
                  <a:pt x="0" y="1404538"/>
                  <a:pt x="0" y="904820"/>
                </a:cubicBezTo>
                <a:cubicBezTo>
                  <a:pt x="0" y="405102"/>
                  <a:pt x="405102" y="0"/>
                  <a:pt x="904820" y="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486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B4FC4-CD62-D5CA-E737-D17DE1A60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9623"/>
            <a:ext cx="9144000" cy="1458754"/>
          </a:xfrm>
        </p:spPr>
        <p:txBody>
          <a:bodyPr>
            <a:normAutofit/>
          </a:bodyPr>
          <a:lstStyle/>
          <a:p>
            <a:r>
              <a:rPr lang="de-DE" sz="9000" b="1" dirty="0"/>
              <a:t>Code Bausteine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9206ED-33A3-B2D6-FD86-9988A1BAB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3211"/>
            <a:ext cx="4400550" cy="506412"/>
          </a:xfrm>
        </p:spPr>
        <p:txBody>
          <a:bodyPr>
            <a:noAutofit/>
          </a:bodyPr>
          <a:lstStyle/>
          <a:p>
            <a:r>
              <a:rPr lang="de-DE" sz="3000" dirty="0"/>
              <a:t>Meine wichtigsten</a:t>
            </a:r>
          </a:p>
        </p:txBody>
      </p: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8E6DDBBF-31D6-33BF-088A-D36F6B220983}"/>
              </a:ext>
            </a:extLst>
          </p:cNvPr>
          <p:cNvSpPr/>
          <p:nvPr/>
        </p:nvSpPr>
        <p:spPr>
          <a:xfrm rot="1655862">
            <a:off x="-1778793" y="2425446"/>
            <a:ext cx="8751891" cy="8865108"/>
          </a:xfrm>
          <a:custGeom>
            <a:avLst/>
            <a:gdLst>
              <a:gd name="connsiteX0" fmla="*/ 1014413 w 8751891"/>
              <a:gd name="connsiteY0" fmla="*/ 0 h 4376688"/>
              <a:gd name="connsiteX1" fmla="*/ 1855581 w 8751891"/>
              <a:gd name="connsiteY1" fmla="*/ 438847 h 4376688"/>
              <a:gd name="connsiteX2" fmla="*/ 1929869 w 8751891"/>
              <a:gd name="connsiteY2" fmla="*/ 573145 h 4376688"/>
              <a:gd name="connsiteX3" fmla="*/ 1940144 w 8751891"/>
              <a:gd name="connsiteY3" fmla="*/ 575787 h 4376688"/>
              <a:gd name="connsiteX4" fmla="*/ 2018715 w 8751891"/>
              <a:gd name="connsiteY4" fmla="*/ 761503 h 4376688"/>
              <a:gd name="connsiteX5" fmla="*/ 2859882 w 8751891"/>
              <a:gd name="connsiteY5" fmla="*/ 1335297 h 4376688"/>
              <a:gd name="connsiteX6" fmla="*/ 3505143 w 8751891"/>
              <a:gd name="connsiteY6" fmla="*/ 1038110 h 4376688"/>
              <a:gd name="connsiteX7" fmla="*/ 3547295 w 8751891"/>
              <a:gd name="connsiteY7" fmla="*/ 988962 h 4376688"/>
              <a:gd name="connsiteX8" fmla="*/ 3558221 w 8751891"/>
              <a:gd name="connsiteY8" fmla="*/ 991771 h 4376688"/>
              <a:gd name="connsiteX9" fmla="*/ 3585622 w 8751891"/>
              <a:gd name="connsiteY9" fmla="*/ 959184 h 4376688"/>
              <a:gd name="connsiteX10" fmla="*/ 4302920 w 8751891"/>
              <a:gd name="connsiteY10" fmla="*/ 667648 h 4376688"/>
              <a:gd name="connsiteX11" fmla="*/ 5144088 w 8751891"/>
              <a:gd name="connsiteY11" fmla="*/ 1106495 h 4376688"/>
              <a:gd name="connsiteX12" fmla="*/ 5206222 w 8751891"/>
              <a:gd name="connsiteY12" fmla="*/ 1218818 h 4376688"/>
              <a:gd name="connsiteX13" fmla="*/ 5212970 w 8751891"/>
              <a:gd name="connsiteY13" fmla="*/ 1217283 h 4376688"/>
              <a:gd name="connsiteX14" fmla="*/ 5268973 w 8751891"/>
              <a:gd name="connsiteY14" fmla="*/ 1319599 h 4376688"/>
              <a:gd name="connsiteX15" fmla="*/ 5914234 w 8751891"/>
              <a:gd name="connsiteY15" fmla="*/ 1785248 h 4376688"/>
              <a:gd name="connsiteX16" fmla="*/ 6755401 w 8751891"/>
              <a:gd name="connsiteY16" fmla="*/ 886193 h 4376688"/>
              <a:gd name="connsiteX17" fmla="*/ 6761844 w 8751891"/>
              <a:gd name="connsiteY17" fmla="*/ 864874 h 4376688"/>
              <a:gd name="connsiteX18" fmla="*/ 6766842 w 8751891"/>
              <a:gd name="connsiteY18" fmla="*/ 863737 h 4376688"/>
              <a:gd name="connsiteX19" fmla="*/ 6802782 w 8751891"/>
              <a:gd name="connsiteY19" fmla="*/ 750133 h 4376688"/>
              <a:gd name="connsiteX20" fmla="*/ 7737477 w 8751891"/>
              <a:gd name="connsiteY20" fmla="*/ 142211 h 4376688"/>
              <a:gd name="connsiteX21" fmla="*/ 8731281 w 8751891"/>
              <a:gd name="connsiteY21" fmla="*/ 936973 h 4376688"/>
              <a:gd name="connsiteX22" fmla="*/ 8745430 w 8751891"/>
              <a:gd name="connsiteY22" fmla="*/ 1074688 h 4376688"/>
              <a:gd name="connsiteX23" fmla="*/ 8751891 w 8751891"/>
              <a:gd name="connsiteY23" fmla="*/ 1074688 h 4376688"/>
              <a:gd name="connsiteX24" fmla="*/ 8751891 w 8751891"/>
              <a:gd name="connsiteY24" fmla="*/ 1137574 h 4376688"/>
              <a:gd name="connsiteX25" fmla="*/ 8751891 w 8751891"/>
              <a:gd name="connsiteY25" fmla="*/ 4376688 h 4376688"/>
              <a:gd name="connsiteX26" fmla="*/ 8732044 w 8751891"/>
              <a:gd name="connsiteY26" fmla="*/ 4376688 h 4376688"/>
              <a:gd name="connsiteX27" fmla="*/ 7881147 w 8751891"/>
              <a:gd name="connsiteY27" fmla="*/ 4376688 h 4376688"/>
              <a:gd name="connsiteX28" fmla="*/ 870744 w 8751891"/>
              <a:gd name="connsiteY28" fmla="*/ 4376688 h 4376688"/>
              <a:gd name="connsiteX29" fmla="*/ 45244 w 8751891"/>
              <a:gd name="connsiteY29" fmla="*/ 4376688 h 4376688"/>
              <a:gd name="connsiteX30" fmla="*/ 0 w 8751891"/>
              <a:gd name="connsiteY30" fmla="*/ 4376688 h 4376688"/>
              <a:gd name="connsiteX31" fmla="*/ 0 w 8751891"/>
              <a:gd name="connsiteY31" fmla="*/ 1074688 h 4376688"/>
              <a:gd name="connsiteX32" fmla="*/ 5608 w 8751891"/>
              <a:gd name="connsiteY32" fmla="*/ 1074688 h 4376688"/>
              <a:gd name="connsiteX33" fmla="*/ 0 w 8751891"/>
              <a:gd name="connsiteY33" fmla="*/ 995363 h 4376688"/>
              <a:gd name="connsiteX34" fmla="*/ 1014413 w 8751891"/>
              <a:gd name="connsiteY34" fmla="*/ 0 h 4376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751891" h="4376688">
                <a:moveTo>
                  <a:pt x="1014413" y="0"/>
                </a:moveTo>
                <a:cubicBezTo>
                  <a:pt x="1364566" y="1"/>
                  <a:pt x="1673282" y="174079"/>
                  <a:pt x="1855581" y="438847"/>
                </a:cubicBezTo>
                <a:lnTo>
                  <a:pt x="1929869" y="573145"/>
                </a:lnTo>
                <a:lnTo>
                  <a:pt x="1940144" y="575787"/>
                </a:lnTo>
                <a:lnTo>
                  <a:pt x="2018715" y="761503"/>
                </a:lnTo>
                <a:cubicBezTo>
                  <a:pt x="2201013" y="1107688"/>
                  <a:pt x="2509729" y="1335297"/>
                  <a:pt x="2859882" y="1335297"/>
                </a:cubicBezTo>
                <a:cubicBezTo>
                  <a:pt x="3104989" y="1335296"/>
                  <a:pt x="3329793" y="1223768"/>
                  <a:pt x="3505143" y="1038110"/>
                </a:cubicBezTo>
                <a:lnTo>
                  <a:pt x="3547295" y="988962"/>
                </a:lnTo>
                <a:lnTo>
                  <a:pt x="3558221" y="991771"/>
                </a:lnTo>
                <a:lnTo>
                  <a:pt x="3585622" y="959184"/>
                </a:lnTo>
                <a:cubicBezTo>
                  <a:pt x="3769195" y="779058"/>
                  <a:pt x="4022798" y="667649"/>
                  <a:pt x="4302920" y="667648"/>
                </a:cubicBezTo>
                <a:cubicBezTo>
                  <a:pt x="4653073" y="667649"/>
                  <a:pt x="4961791" y="841726"/>
                  <a:pt x="5144088" y="1106495"/>
                </a:cubicBezTo>
                <a:lnTo>
                  <a:pt x="5206222" y="1218818"/>
                </a:lnTo>
                <a:lnTo>
                  <a:pt x="5212970" y="1217283"/>
                </a:lnTo>
                <a:lnTo>
                  <a:pt x="5268973" y="1319599"/>
                </a:lnTo>
                <a:cubicBezTo>
                  <a:pt x="5444324" y="1610501"/>
                  <a:pt x="5669127" y="1785249"/>
                  <a:pt x="5914234" y="1785248"/>
                </a:cubicBezTo>
                <a:cubicBezTo>
                  <a:pt x="6264387" y="1785249"/>
                  <a:pt x="6573105" y="1428619"/>
                  <a:pt x="6755401" y="886193"/>
                </a:cubicBezTo>
                <a:lnTo>
                  <a:pt x="6761844" y="864874"/>
                </a:lnTo>
                <a:lnTo>
                  <a:pt x="6766842" y="863737"/>
                </a:lnTo>
                <a:lnTo>
                  <a:pt x="6802782" y="750133"/>
                </a:lnTo>
                <a:cubicBezTo>
                  <a:pt x="6956778" y="392882"/>
                  <a:pt x="7317293" y="142210"/>
                  <a:pt x="7737477" y="142211"/>
                </a:cubicBezTo>
                <a:cubicBezTo>
                  <a:pt x="8227691" y="142211"/>
                  <a:pt x="8636691" y="483402"/>
                  <a:pt x="8731281" y="936973"/>
                </a:cubicBezTo>
                <a:lnTo>
                  <a:pt x="8745430" y="1074688"/>
                </a:lnTo>
                <a:lnTo>
                  <a:pt x="8751891" y="1074688"/>
                </a:lnTo>
                <a:lnTo>
                  <a:pt x="8751891" y="1137574"/>
                </a:lnTo>
                <a:lnTo>
                  <a:pt x="8751891" y="4376688"/>
                </a:lnTo>
                <a:lnTo>
                  <a:pt x="8732044" y="4376688"/>
                </a:lnTo>
                <a:lnTo>
                  <a:pt x="7881147" y="4376688"/>
                </a:lnTo>
                <a:lnTo>
                  <a:pt x="870744" y="4376688"/>
                </a:lnTo>
                <a:lnTo>
                  <a:pt x="45244" y="4376688"/>
                </a:lnTo>
                <a:lnTo>
                  <a:pt x="0" y="4376688"/>
                </a:lnTo>
                <a:lnTo>
                  <a:pt x="0" y="1074688"/>
                </a:lnTo>
                <a:lnTo>
                  <a:pt x="5608" y="1074688"/>
                </a:lnTo>
                <a:lnTo>
                  <a:pt x="0" y="995363"/>
                </a:lnTo>
                <a:cubicBezTo>
                  <a:pt x="-1" y="445640"/>
                  <a:pt x="454167" y="1"/>
                  <a:pt x="1014413" y="0"/>
                </a:cubicBezTo>
                <a:close/>
              </a:path>
            </a:pathLst>
          </a:custGeom>
          <a:solidFill>
            <a:srgbClr val="E5D2CD"/>
          </a:solidFill>
          <a:ln>
            <a:solidFill>
              <a:srgbClr val="E5D2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796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74566-A191-467D-75ED-A1A73872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Dark/Light - Mode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8D01E7-02D4-4C79-135E-EAC059E5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Speichern der Farben</a:t>
            </a:r>
          </a:p>
          <a:p>
            <a:pPr lvl="1"/>
            <a:r>
              <a:rPr lang="de-DE" dirty="0"/>
              <a:t>Im :root (</a:t>
            </a:r>
            <a:r>
              <a:rPr lang="de-DE" dirty="0" err="1"/>
              <a:t>css</a:t>
            </a:r>
            <a:r>
              <a:rPr lang="de-DE" dirty="0"/>
              <a:t>)</a:t>
            </a:r>
          </a:p>
          <a:p>
            <a:r>
              <a:rPr lang="de-DE" dirty="0"/>
              <a:t>Auswechseln der Bilder</a:t>
            </a:r>
          </a:p>
          <a:p>
            <a:pPr lvl="1"/>
            <a:r>
              <a:rPr lang="de-DE" dirty="0"/>
              <a:t>Hintergrund</a:t>
            </a:r>
          </a:p>
          <a:p>
            <a:pPr lvl="1"/>
            <a:r>
              <a:rPr lang="de-DE" dirty="0" err="1"/>
              <a:t>Theme</a:t>
            </a:r>
            <a:r>
              <a:rPr lang="de-DE" dirty="0"/>
              <a:t> Piktogramm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DA0373-D0F6-FE2B-F90E-4BD1241B8C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94"/>
          <a:stretch/>
        </p:blipFill>
        <p:spPr>
          <a:xfrm>
            <a:off x="6096000" y="196182"/>
            <a:ext cx="5887935" cy="64656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A673D09-1EFF-CD4F-2F23-4FE6392983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95" t="-3660" r="868" b="4242"/>
          <a:stretch/>
        </p:blipFill>
        <p:spPr>
          <a:xfrm>
            <a:off x="208065" y="4226243"/>
            <a:ext cx="5730240" cy="228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36F8EF1-A3AB-F290-8637-B1EEE7093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65" y="4716917"/>
            <a:ext cx="4236720" cy="90396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8E2327F-793B-19C2-1D42-0254457E7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345" y="5727508"/>
            <a:ext cx="4251960" cy="89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6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74566-A191-467D-75ED-A1A73872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Erstellen der Sterne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8D01E7-02D4-4C79-135E-EAC059E5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anzahl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Ist die Anzahl der Sterne, die vergeben wurden.</a:t>
            </a:r>
          </a:p>
          <a:p>
            <a:r>
              <a:rPr lang="de-DE" dirty="0" err="1"/>
              <a:t>id</a:t>
            </a:r>
            <a:endParaRPr lang="de-DE" dirty="0"/>
          </a:p>
          <a:p>
            <a:pPr lvl="1"/>
            <a:r>
              <a:rPr lang="de-DE" dirty="0"/>
              <a:t>Ist der Name des angesprochenen Yoga Stils.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31E0685-A5BB-8F76-BA81-69A1CC78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44114"/>
            <a:ext cx="7117697" cy="15953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DCB4FD1-682E-EB13-7589-1625B155C9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50" t="19645" r="12139" b="12565"/>
          <a:stretch/>
        </p:blipFill>
        <p:spPr>
          <a:xfrm>
            <a:off x="7132936" y="361637"/>
            <a:ext cx="4050489" cy="8325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9E57BD4-6132-AEEC-1921-F69ACE956A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60" t="1674" r="3410" b="10006"/>
          <a:stretch/>
        </p:blipFill>
        <p:spPr>
          <a:xfrm>
            <a:off x="7734915" y="1428076"/>
            <a:ext cx="4050489" cy="79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5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74566-A191-467D-75ED-A1A73872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Atemübungen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8D01E7-02D4-4C79-135E-EAC059E5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Ausatmen</a:t>
            </a:r>
          </a:p>
          <a:p>
            <a:pPr lvl="1"/>
            <a:r>
              <a:rPr lang="de-DE" dirty="0"/>
              <a:t>Kreis wird kleiner</a:t>
            </a:r>
          </a:p>
          <a:p>
            <a:r>
              <a:rPr lang="de-DE" dirty="0"/>
              <a:t>Halten </a:t>
            </a:r>
          </a:p>
          <a:p>
            <a:pPr lvl="1"/>
            <a:r>
              <a:rPr lang="de-DE" dirty="0"/>
              <a:t>Der äußere Kreis bekommt einen </a:t>
            </a:r>
            <a:br>
              <a:rPr lang="de-DE" dirty="0"/>
            </a:br>
            <a:r>
              <a:rPr lang="de-DE" dirty="0"/>
              <a:t>Rahmen</a:t>
            </a:r>
          </a:p>
          <a:p>
            <a:r>
              <a:rPr lang="de-DE" dirty="0"/>
              <a:t>Einatmen </a:t>
            </a:r>
          </a:p>
          <a:p>
            <a:pPr lvl="1"/>
            <a:r>
              <a:rPr lang="de-DE" dirty="0"/>
              <a:t>Kreis wird größer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E237836-C82D-26EF-26E1-C4FD7B869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"/>
            <a:ext cx="5937768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7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B4FC4-CD62-D5CA-E737-D17DE1A60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9623"/>
            <a:ext cx="9144000" cy="1458754"/>
          </a:xfrm>
        </p:spPr>
        <p:txBody>
          <a:bodyPr>
            <a:normAutofit/>
          </a:bodyPr>
          <a:lstStyle/>
          <a:p>
            <a:r>
              <a:rPr lang="de-DE" sz="9000" b="1" dirty="0"/>
              <a:t>Reflexion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9206ED-33A3-B2D6-FD86-9988A1BAB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9405" y="4048046"/>
            <a:ext cx="4400550" cy="506412"/>
          </a:xfrm>
        </p:spPr>
        <p:txBody>
          <a:bodyPr>
            <a:noAutofit/>
          </a:bodyPr>
          <a:lstStyle/>
          <a:p>
            <a:r>
              <a:rPr lang="de-DE" sz="3000" dirty="0"/>
              <a:t>Der Projektarbeit</a:t>
            </a: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408C41EC-30E8-EE5A-353B-321431283360}"/>
              </a:ext>
            </a:extLst>
          </p:cNvPr>
          <p:cNvSpPr/>
          <p:nvPr/>
        </p:nvSpPr>
        <p:spPr>
          <a:xfrm rot="13702927">
            <a:off x="6670942" y="-1092597"/>
            <a:ext cx="8396071" cy="6107321"/>
          </a:xfrm>
          <a:custGeom>
            <a:avLst/>
            <a:gdLst>
              <a:gd name="connsiteX0" fmla="*/ 929817 w 8396071"/>
              <a:gd name="connsiteY0" fmla="*/ 1954 h 3250842"/>
              <a:gd name="connsiteX1" fmla="*/ 1877938 w 8396071"/>
              <a:gd name="connsiteY1" fmla="*/ 543453 h 3250842"/>
              <a:gd name="connsiteX2" fmla="*/ 1882418 w 8396071"/>
              <a:gd name="connsiteY2" fmla="*/ 555150 h 3250842"/>
              <a:gd name="connsiteX3" fmla="*/ 1885022 w 8396071"/>
              <a:gd name="connsiteY3" fmla="*/ 555798 h 3250842"/>
              <a:gd name="connsiteX4" fmla="*/ 1904198 w 8396071"/>
              <a:gd name="connsiteY4" fmla="*/ 605873 h 3250842"/>
              <a:gd name="connsiteX5" fmla="*/ 2852319 w 8396071"/>
              <a:gd name="connsiteY5" fmla="*/ 1147372 h 3250842"/>
              <a:gd name="connsiteX6" fmla="*/ 3394730 w 8396071"/>
              <a:gd name="connsiteY6" fmla="*/ 945830 h 3250842"/>
              <a:gd name="connsiteX7" fmla="*/ 3416214 w 8396071"/>
              <a:gd name="connsiteY7" fmla="*/ 925932 h 3250842"/>
              <a:gd name="connsiteX8" fmla="*/ 3426276 w 8396071"/>
              <a:gd name="connsiteY8" fmla="*/ 918994 h 3250842"/>
              <a:gd name="connsiteX9" fmla="*/ 3890212 w 8396071"/>
              <a:gd name="connsiteY9" fmla="*/ 771559 h 3250842"/>
              <a:gd name="connsiteX10" fmla="*/ 4736852 w 8396071"/>
              <a:gd name="connsiteY10" fmla="*/ 1152386 h 3250842"/>
              <a:gd name="connsiteX11" fmla="*/ 4822944 w 8396071"/>
              <a:gd name="connsiteY11" fmla="*/ 1288692 h 3250842"/>
              <a:gd name="connsiteX12" fmla="*/ 4826979 w 8396071"/>
              <a:gd name="connsiteY12" fmla="*/ 1288692 h 3250842"/>
              <a:gd name="connsiteX13" fmla="*/ 4887999 w 8396071"/>
              <a:gd name="connsiteY13" fmla="*/ 1385301 h 3250842"/>
              <a:gd name="connsiteX14" fmla="*/ 5734639 w 8396071"/>
              <a:gd name="connsiteY14" fmla="*/ 1766129 h 3250842"/>
              <a:gd name="connsiteX15" fmla="*/ 6415951 w 8396071"/>
              <a:gd name="connsiteY15" fmla="*/ 1435936 h 3250842"/>
              <a:gd name="connsiteX16" fmla="*/ 6523897 w 8396071"/>
              <a:gd name="connsiteY16" fmla="*/ 1288692 h 3250842"/>
              <a:gd name="connsiteX17" fmla="*/ 6533901 w 8396071"/>
              <a:gd name="connsiteY17" fmla="*/ 1288692 h 3250842"/>
              <a:gd name="connsiteX18" fmla="*/ 6551650 w 8396071"/>
              <a:gd name="connsiteY18" fmla="*/ 1250928 h 3250842"/>
              <a:gd name="connsiteX19" fmla="*/ 7344696 w 8396071"/>
              <a:gd name="connsiteY19" fmla="*/ 768324 h 3250842"/>
              <a:gd name="connsiteX20" fmla="*/ 8394172 w 8396071"/>
              <a:gd name="connsiteY20" fmla="*/ 1686146 h 3250842"/>
              <a:gd name="connsiteX21" fmla="*/ 7466254 w 8396071"/>
              <a:gd name="connsiteY21" fmla="*/ 2726705 h 3250842"/>
              <a:gd name="connsiteX22" fmla="*/ 6903084 w 8396071"/>
              <a:gd name="connsiteY22" fmla="*/ 2593787 h 3250842"/>
              <a:gd name="connsiteX23" fmla="*/ 6881877 w 8396071"/>
              <a:gd name="connsiteY23" fmla="*/ 2578547 h 3250842"/>
              <a:gd name="connsiteX24" fmla="*/ 6881877 w 8396071"/>
              <a:gd name="connsiteY24" fmla="*/ 3250842 h 3250842"/>
              <a:gd name="connsiteX25" fmla="*/ 4281552 w 8396071"/>
              <a:gd name="connsiteY25" fmla="*/ 3250842 h 3250842"/>
              <a:gd name="connsiteX26" fmla="*/ 4281552 w 8396071"/>
              <a:gd name="connsiteY26" fmla="*/ 2674585 h 3250842"/>
              <a:gd name="connsiteX27" fmla="*/ 4209792 w 8396071"/>
              <a:gd name="connsiteY27" fmla="*/ 2697678 h 3250842"/>
              <a:gd name="connsiteX28" fmla="*/ 4011770 w 8396071"/>
              <a:gd name="connsiteY28" fmla="*/ 2729940 h 3250842"/>
              <a:gd name="connsiteX29" fmla="*/ 3448600 w 8396071"/>
              <a:gd name="connsiteY29" fmla="*/ 2597022 h 3250842"/>
              <a:gd name="connsiteX30" fmla="*/ 3434979 w 8396071"/>
              <a:gd name="connsiteY30" fmla="*/ 2587234 h 3250842"/>
              <a:gd name="connsiteX31" fmla="*/ 3346730 w 8396071"/>
              <a:gd name="connsiteY31" fmla="*/ 2941724 h 3250842"/>
              <a:gd name="connsiteX32" fmla="*/ 823420 w 8396071"/>
              <a:gd name="connsiteY32" fmla="*/ 2313554 h 3250842"/>
              <a:gd name="connsiteX33" fmla="*/ 911887 w 8396071"/>
              <a:gd name="connsiteY33" fmla="*/ 1958193 h 3250842"/>
              <a:gd name="connsiteX34" fmla="*/ 850883 w 8396071"/>
              <a:gd name="connsiteY34" fmla="*/ 1952809 h 3250842"/>
              <a:gd name="connsiteX35" fmla="*/ 1899 w 8396071"/>
              <a:gd name="connsiteY35" fmla="*/ 1042513 h 3250842"/>
              <a:gd name="connsiteX36" fmla="*/ 929817 w 8396071"/>
              <a:gd name="connsiteY36" fmla="*/ 1954 h 325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396071" h="3250842">
                <a:moveTo>
                  <a:pt x="929817" y="1954"/>
                </a:moveTo>
                <a:cubicBezTo>
                  <a:pt x="1339348" y="-23466"/>
                  <a:pt x="1706032" y="201323"/>
                  <a:pt x="1877938" y="543453"/>
                </a:cubicBezTo>
                <a:lnTo>
                  <a:pt x="1882418" y="555150"/>
                </a:lnTo>
                <a:lnTo>
                  <a:pt x="1885022" y="555798"/>
                </a:lnTo>
                <a:lnTo>
                  <a:pt x="1904198" y="605873"/>
                </a:lnTo>
                <a:cubicBezTo>
                  <a:pt x="2076105" y="948003"/>
                  <a:pt x="2442788" y="1172792"/>
                  <a:pt x="2852319" y="1147372"/>
                </a:cubicBezTo>
                <a:cubicBezTo>
                  <a:pt x="3057085" y="1134663"/>
                  <a:pt x="3243486" y="1061206"/>
                  <a:pt x="3394730" y="945830"/>
                </a:cubicBezTo>
                <a:lnTo>
                  <a:pt x="3416214" y="925932"/>
                </a:lnTo>
                <a:lnTo>
                  <a:pt x="3426276" y="918994"/>
                </a:lnTo>
                <a:cubicBezTo>
                  <a:pt x="3561689" y="834928"/>
                  <a:pt x="3719574" y="782150"/>
                  <a:pt x="3890212" y="771559"/>
                </a:cubicBezTo>
                <a:cubicBezTo>
                  <a:pt x="4231488" y="750376"/>
                  <a:pt x="4543009" y="902949"/>
                  <a:pt x="4736852" y="1152386"/>
                </a:cubicBezTo>
                <a:lnTo>
                  <a:pt x="4822944" y="1288692"/>
                </a:lnTo>
                <a:lnTo>
                  <a:pt x="4826979" y="1288692"/>
                </a:lnTo>
                <a:lnTo>
                  <a:pt x="4887999" y="1385301"/>
                </a:lnTo>
                <a:cubicBezTo>
                  <a:pt x="5081842" y="1634739"/>
                  <a:pt x="5393362" y="1787312"/>
                  <a:pt x="5734639" y="1766129"/>
                </a:cubicBezTo>
                <a:cubicBezTo>
                  <a:pt x="6007660" y="1749182"/>
                  <a:pt x="6248031" y="1624241"/>
                  <a:pt x="6415951" y="1435936"/>
                </a:cubicBezTo>
                <a:lnTo>
                  <a:pt x="6523897" y="1288692"/>
                </a:lnTo>
                <a:lnTo>
                  <a:pt x="6533901" y="1288692"/>
                </a:lnTo>
                <a:lnTo>
                  <a:pt x="6551650" y="1250928"/>
                </a:lnTo>
                <a:cubicBezTo>
                  <a:pt x="6713159" y="979433"/>
                  <a:pt x="7003420" y="789507"/>
                  <a:pt x="7344696" y="768324"/>
                </a:cubicBezTo>
                <a:cubicBezTo>
                  <a:pt x="7890738" y="734431"/>
                  <a:pt x="8360605" y="1145354"/>
                  <a:pt x="8394172" y="1686146"/>
                </a:cubicBezTo>
                <a:cubicBezTo>
                  <a:pt x="8427739" y="2226938"/>
                  <a:pt x="8012296" y="2692812"/>
                  <a:pt x="7466254" y="2726705"/>
                </a:cubicBezTo>
                <a:cubicBezTo>
                  <a:pt x="7261488" y="2739415"/>
                  <a:pt x="7067434" y="2689573"/>
                  <a:pt x="6903084" y="2593787"/>
                </a:cubicBezTo>
                <a:lnTo>
                  <a:pt x="6881877" y="2578547"/>
                </a:lnTo>
                <a:lnTo>
                  <a:pt x="6881877" y="3250842"/>
                </a:lnTo>
                <a:lnTo>
                  <a:pt x="4281552" y="3250842"/>
                </a:lnTo>
                <a:lnTo>
                  <a:pt x="4281552" y="2674585"/>
                </a:lnTo>
                <a:lnTo>
                  <a:pt x="4209792" y="2697678"/>
                </a:lnTo>
                <a:cubicBezTo>
                  <a:pt x="4146240" y="2714717"/>
                  <a:pt x="4080025" y="2725703"/>
                  <a:pt x="4011770" y="2729940"/>
                </a:cubicBezTo>
                <a:cubicBezTo>
                  <a:pt x="3807004" y="2742650"/>
                  <a:pt x="3612950" y="2692807"/>
                  <a:pt x="3448600" y="2597022"/>
                </a:cubicBezTo>
                <a:lnTo>
                  <a:pt x="3434979" y="2587234"/>
                </a:lnTo>
                <a:lnTo>
                  <a:pt x="3346730" y="2941724"/>
                </a:lnTo>
                <a:lnTo>
                  <a:pt x="823420" y="2313554"/>
                </a:lnTo>
                <a:lnTo>
                  <a:pt x="911887" y="1958193"/>
                </a:lnTo>
                <a:lnTo>
                  <a:pt x="850883" y="1952809"/>
                </a:lnTo>
                <a:cubicBezTo>
                  <a:pt x="394683" y="1889468"/>
                  <a:pt x="31270" y="1515706"/>
                  <a:pt x="1899" y="1042513"/>
                </a:cubicBezTo>
                <a:cubicBezTo>
                  <a:pt x="-31669" y="501721"/>
                  <a:pt x="383775" y="35847"/>
                  <a:pt x="929817" y="1954"/>
                </a:cubicBezTo>
                <a:close/>
              </a:path>
            </a:pathLst>
          </a:custGeom>
          <a:solidFill>
            <a:srgbClr val="383C53"/>
          </a:solidFill>
          <a:ln>
            <a:solidFill>
              <a:srgbClr val="383C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48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F9650-29B3-0882-5BC9-8790B939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Was lief gut?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6291BE-B527-DDA6-5B44-58D084C5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Meist gutes Zeitmanagement </a:t>
            </a:r>
          </a:p>
          <a:p>
            <a:endParaRPr lang="de-DE" dirty="0"/>
          </a:p>
          <a:p>
            <a:r>
              <a:rPr lang="de-DE" dirty="0"/>
              <a:t>Benutzung des </a:t>
            </a:r>
            <a:r>
              <a:rPr lang="de-DE" dirty="0" err="1"/>
              <a:t>Local</a:t>
            </a:r>
            <a:r>
              <a:rPr lang="de-DE" dirty="0"/>
              <a:t>- bzw. Session-Storage</a:t>
            </a:r>
          </a:p>
          <a:p>
            <a:endParaRPr lang="de-DE" dirty="0"/>
          </a:p>
          <a:p>
            <a:r>
              <a:rPr lang="de-DE" dirty="0"/>
              <a:t>Einbau des Dark/Light-Mode</a:t>
            </a:r>
          </a:p>
          <a:p>
            <a:endParaRPr lang="de-DE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1B4BF96-767C-4C26-CA99-FFE6C7C40EAB}"/>
              </a:ext>
            </a:extLst>
          </p:cNvPr>
          <p:cNvSpPr/>
          <p:nvPr/>
        </p:nvSpPr>
        <p:spPr>
          <a:xfrm>
            <a:off x="9696450" y="271066"/>
            <a:ext cx="2838450" cy="2839244"/>
          </a:xfrm>
          <a:prstGeom prst="ellipse">
            <a:avLst/>
          </a:pr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B69EA30-31A1-60BD-63D1-EE26EC9897BA}"/>
              </a:ext>
            </a:extLst>
          </p:cNvPr>
          <p:cNvSpPr/>
          <p:nvPr/>
        </p:nvSpPr>
        <p:spPr>
          <a:xfrm>
            <a:off x="5479258" y="4260056"/>
            <a:ext cx="1781175" cy="1780381"/>
          </a:xfrm>
          <a:prstGeom prst="ellipse">
            <a:avLst/>
          </a:prstGeom>
          <a:solidFill>
            <a:srgbClr val="E5D2CD"/>
          </a:solidFill>
          <a:ln>
            <a:solidFill>
              <a:srgbClr val="E5D2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7AE522F-4417-BF13-4423-FB419C93571E}"/>
              </a:ext>
            </a:extLst>
          </p:cNvPr>
          <p:cNvSpPr/>
          <p:nvPr/>
        </p:nvSpPr>
        <p:spPr>
          <a:xfrm>
            <a:off x="8191500" y="3556396"/>
            <a:ext cx="3448050" cy="3513932"/>
          </a:xfrm>
          <a:prstGeom prst="ellipse">
            <a:avLst/>
          </a:prstGeom>
          <a:solidFill>
            <a:srgbClr val="383C53"/>
          </a:solidFill>
          <a:ln>
            <a:solidFill>
              <a:srgbClr val="383C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091DA6B-9D14-0B06-FDF3-C267AE940636}"/>
              </a:ext>
            </a:extLst>
          </p:cNvPr>
          <p:cNvSpPr/>
          <p:nvPr/>
        </p:nvSpPr>
        <p:spPr>
          <a:xfrm>
            <a:off x="3823099" y="5581650"/>
            <a:ext cx="1190625" cy="1190625"/>
          </a:xfrm>
          <a:prstGeom prst="ellipse">
            <a:avLst/>
          </a:pr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00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B8A34-8621-3E0F-D457-5313AA17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Was wäre ausbaufähig?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8D6203-F7D4-5A65-0CE4-4219B9CEF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Regelmäßige </a:t>
            </a:r>
            <a:r>
              <a:rPr lang="de-DE" dirty="0" err="1"/>
              <a:t>Commits</a:t>
            </a:r>
            <a:endParaRPr lang="de-DE" dirty="0"/>
          </a:p>
          <a:p>
            <a:endParaRPr lang="de-DE" dirty="0"/>
          </a:p>
          <a:p>
            <a:r>
              <a:rPr lang="de-DE" dirty="0"/>
              <a:t>Responsive-Design der Website</a:t>
            </a:r>
          </a:p>
          <a:p>
            <a:endParaRPr lang="de-DE" dirty="0"/>
          </a:p>
          <a:p>
            <a:r>
              <a:rPr lang="de-DE" dirty="0"/>
              <a:t>Zuwenig Zeit am Ende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C75E1A3-E1D9-DCA3-52E6-575D12107225}"/>
              </a:ext>
            </a:extLst>
          </p:cNvPr>
          <p:cNvSpPr/>
          <p:nvPr/>
        </p:nvSpPr>
        <p:spPr>
          <a:xfrm>
            <a:off x="9696450" y="271066"/>
            <a:ext cx="2838450" cy="2839244"/>
          </a:xfrm>
          <a:prstGeom prst="ellipse">
            <a:avLst/>
          </a:prstGeom>
          <a:solidFill>
            <a:srgbClr val="383C53"/>
          </a:solidFill>
          <a:ln>
            <a:solidFill>
              <a:srgbClr val="383C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8C61289-CAC1-250E-D0CB-E69EDF46FCCB}"/>
              </a:ext>
            </a:extLst>
          </p:cNvPr>
          <p:cNvSpPr/>
          <p:nvPr/>
        </p:nvSpPr>
        <p:spPr>
          <a:xfrm>
            <a:off x="5479258" y="4260056"/>
            <a:ext cx="1781175" cy="1780381"/>
          </a:xfrm>
          <a:prstGeom prst="ellipse">
            <a:avLst/>
          </a:pr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33514D2-E39F-B153-0335-2BF13B2F7844}"/>
              </a:ext>
            </a:extLst>
          </p:cNvPr>
          <p:cNvSpPr/>
          <p:nvPr/>
        </p:nvSpPr>
        <p:spPr>
          <a:xfrm>
            <a:off x="8191500" y="3556396"/>
            <a:ext cx="3448050" cy="3513932"/>
          </a:xfrm>
          <a:prstGeom prst="ellipse">
            <a:avLst/>
          </a:prstGeom>
          <a:solidFill>
            <a:srgbClr val="E5D2CD"/>
          </a:solidFill>
          <a:ln>
            <a:solidFill>
              <a:srgbClr val="E5D2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42D037B-8AED-533D-8191-17995B6E26F3}"/>
              </a:ext>
            </a:extLst>
          </p:cNvPr>
          <p:cNvSpPr/>
          <p:nvPr/>
        </p:nvSpPr>
        <p:spPr>
          <a:xfrm>
            <a:off x="3823099" y="5581650"/>
            <a:ext cx="1190625" cy="1190625"/>
          </a:xfrm>
          <a:prstGeom prst="ellipse">
            <a:avLst/>
          </a:prstGeom>
          <a:solidFill>
            <a:srgbClr val="E5D2CD"/>
          </a:solidFill>
          <a:ln>
            <a:solidFill>
              <a:srgbClr val="E5D2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37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B8A34-8621-3E0F-D457-5313AA17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Schwierigkeiten: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8D6203-F7D4-5A65-0CE4-4219B9CEF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Zurechtfinden bei der </a:t>
            </a:r>
            <a:r>
              <a:rPr lang="de-DE" dirty="0" err="1"/>
              <a:t>Javascript</a:t>
            </a:r>
            <a:r>
              <a:rPr lang="de-DE" dirty="0"/>
              <a:t> Library: </a:t>
            </a:r>
            <a:r>
              <a:rPr lang="de-DE" dirty="0" err="1"/>
              <a:t>SwiperJS</a:t>
            </a:r>
            <a:endParaRPr lang="de-DE" dirty="0"/>
          </a:p>
          <a:p>
            <a:endParaRPr lang="de-DE" dirty="0"/>
          </a:p>
          <a:p>
            <a:r>
              <a:rPr lang="de-DE" dirty="0"/>
              <a:t>Nav stylen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1D4C508-F50A-A95B-653D-FCB13EE026B6}"/>
              </a:ext>
            </a:extLst>
          </p:cNvPr>
          <p:cNvSpPr/>
          <p:nvPr/>
        </p:nvSpPr>
        <p:spPr>
          <a:xfrm>
            <a:off x="9696450" y="271066"/>
            <a:ext cx="2838450" cy="2839244"/>
          </a:xfrm>
          <a:prstGeom prst="ellipse">
            <a:avLst/>
          </a:prstGeom>
          <a:solidFill>
            <a:srgbClr val="E5D2CD"/>
          </a:solidFill>
          <a:ln>
            <a:solidFill>
              <a:srgbClr val="E5D2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97C3428-0521-59D7-E67F-9ACAAD831751}"/>
              </a:ext>
            </a:extLst>
          </p:cNvPr>
          <p:cNvSpPr/>
          <p:nvPr/>
        </p:nvSpPr>
        <p:spPr>
          <a:xfrm>
            <a:off x="5479258" y="4260056"/>
            <a:ext cx="1781175" cy="1780381"/>
          </a:xfrm>
          <a:prstGeom prst="ellipse">
            <a:avLst/>
          </a:pr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27E801-7DDA-7709-CF6E-D7976BB53B76}"/>
              </a:ext>
            </a:extLst>
          </p:cNvPr>
          <p:cNvSpPr/>
          <p:nvPr/>
        </p:nvSpPr>
        <p:spPr>
          <a:xfrm>
            <a:off x="8191500" y="3556396"/>
            <a:ext cx="3448050" cy="3513932"/>
          </a:xfrm>
          <a:prstGeom prst="ellipse">
            <a:avLst/>
          </a:pr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0E49EC1-4003-0F3B-773A-0B41782DD28B}"/>
              </a:ext>
            </a:extLst>
          </p:cNvPr>
          <p:cNvSpPr/>
          <p:nvPr/>
        </p:nvSpPr>
        <p:spPr>
          <a:xfrm>
            <a:off x="3823099" y="5581650"/>
            <a:ext cx="1190625" cy="1190625"/>
          </a:xfrm>
          <a:prstGeom prst="ellipse">
            <a:avLst/>
          </a:prstGeom>
          <a:solidFill>
            <a:srgbClr val="383C53"/>
          </a:solidFill>
          <a:ln>
            <a:solidFill>
              <a:srgbClr val="383C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Grafiken, Schrift, Electric Blue (Farbe), Grafikdesign enthält.&#10;&#10;Automatisch generierte Beschreibung">
            <a:extLst>
              <a:ext uri="{FF2B5EF4-FFF2-40B4-BE49-F238E27FC236}">
                <a16:creationId xmlns:a16="http://schemas.microsoft.com/office/drawing/2014/main" id="{60C4A1B9-F785-3E05-021C-63FB44F9B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00" y="4945855"/>
            <a:ext cx="2940050" cy="7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6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B4FC4-CD62-D5CA-E737-D17DE1A60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9623"/>
            <a:ext cx="9144000" cy="1458754"/>
          </a:xfrm>
        </p:spPr>
        <p:txBody>
          <a:bodyPr>
            <a:normAutofit/>
          </a:bodyPr>
          <a:lstStyle/>
          <a:p>
            <a:r>
              <a:rPr lang="de-DE" sz="9000" b="1" dirty="0"/>
              <a:t>Live Demo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9206ED-33A3-B2D6-FD86-9988A1BAB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9880" y="4057571"/>
            <a:ext cx="4400550" cy="506412"/>
          </a:xfrm>
        </p:spPr>
        <p:txBody>
          <a:bodyPr>
            <a:noAutofit/>
          </a:bodyPr>
          <a:lstStyle/>
          <a:p>
            <a:r>
              <a:rPr lang="de-DE" sz="3000" dirty="0"/>
              <a:t>Des Finalen Projekts</a:t>
            </a:r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0D148215-1CC1-6F65-402B-044510B8B5A2}"/>
              </a:ext>
            </a:extLst>
          </p:cNvPr>
          <p:cNvSpPr/>
          <p:nvPr/>
        </p:nvSpPr>
        <p:spPr>
          <a:xfrm rot="8188338">
            <a:off x="-3423532" y="-3839610"/>
            <a:ext cx="8371311" cy="8314101"/>
          </a:xfrm>
          <a:custGeom>
            <a:avLst/>
            <a:gdLst>
              <a:gd name="connsiteX0" fmla="*/ 6739187 w 8371311"/>
              <a:gd name="connsiteY0" fmla="*/ 33 h 4802379"/>
              <a:gd name="connsiteX1" fmla="*/ 8362832 w 8371311"/>
              <a:gd name="connsiteY1" fmla="*/ 1526478 h 4802379"/>
              <a:gd name="connsiteX2" fmla="*/ 8371311 w 8371311"/>
              <a:gd name="connsiteY2" fmla="*/ 1698929 h 4802379"/>
              <a:gd name="connsiteX3" fmla="*/ 8369999 w 8371311"/>
              <a:gd name="connsiteY3" fmla="*/ 1725804 h 4802379"/>
              <a:gd name="connsiteX4" fmla="*/ 8371310 w 8371311"/>
              <a:gd name="connsiteY4" fmla="*/ 1725804 h 4802379"/>
              <a:gd name="connsiteX5" fmla="*/ 8371310 w 8371311"/>
              <a:gd name="connsiteY5" fmla="*/ 4802379 h 4802379"/>
              <a:gd name="connsiteX6" fmla="*/ 0 w 8371311"/>
              <a:gd name="connsiteY6" fmla="*/ 4802379 h 4802379"/>
              <a:gd name="connsiteX7" fmla="*/ 0 w 8371311"/>
              <a:gd name="connsiteY7" fmla="*/ 1754200 h 4802379"/>
              <a:gd name="connsiteX8" fmla="*/ 0 w 8371311"/>
              <a:gd name="connsiteY8" fmla="*/ 1754190 h 4802379"/>
              <a:gd name="connsiteX9" fmla="*/ 0 w 8371311"/>
              <a:gd name="connsiteY9" fmla="*/ 1754180 h 4802379"/>
              <a:gd name="connsiteX10" fmla="*/ 0 w 8371311"/>
              <a:gd name="connsiteY10" fmla="*/ 1725804 h 4802379"/>
              <a:gd name="connsiteX11" fmla="*/ 1385 w 8371311"/>
              <a:gd name="connsiteY11" fmla="*/ 1725804 h 4802379"/>
              <a:gd name="connsiteX12" fmla="*/ 8250 w 8371311"/>
              <a:gd name="connsiteY12" fmla="*/ 1585100 h 4802379"/>
              <a:gd name="connsiteX13" fmla="*/ 1469164 w 8371311"/>
              <a:gd name="connsiteY13" fmla="*/ 88237 h 4802379"/>
              <a:gd name="connsiteX14" fmla="*/ 2755460 w 8371311"/>
              <a:gd name="connsiteY14" fmla="*/ 547470 h 4802379"/>
              <a:gd name="connsiteX15" fmla="*/ 2809664 w 8371311"/>
              <a:gd name="connsiteY15" fmla="*/ 607236 h 4802379"/>
              <a:gd name="connsiteX16" fmla="*/ 2821220 w 8371311"/>
              <a:gd name="connsiteY16" fmla="*/ 607236 h 4802379"/>
              <a:gd name="connsiteX17" fmla="*/ 2885988 w 8371311"/>
              <a:gd name="connsiteY17" fmla="*/ 696207 h 4802379"/>
              <a:gd name="connsiteX18" fmla="*/ 4306894 w 8371311"/>
              <a:gd name="connsiteY18" fmla="*/ 1304725 h 4802379"/>
              <a:gd name="connsiteX19" fmla="*/ 5408043 w 8371311"/>
              <a:gd name="connsiteY19" fmla="*/ 699429 h 4802379"/>
              <a:gd name="connsiteX20" fmla="*/ 5474299 w 8371311"/>
              <a:gd name="connsiteY20" fmla="*/ 607236 h 4802379"/>
              <a:gd name="connsiteX21" fmla="*/ 5475811 w 8371311"/>
              <a:gd name="connsiteY21" fmla="*/ 607236 h 4802379"/>
              <a:gd name="connsiteX22" fmla="*/ 5483384 w 8371311"/>
              <a:gd name="connsiteY22" fmla="*/ 596843 h 4802379"/>
              <a:gd name="connsiteX23" fmla="*/ 6572116 w 8371311"/>
              <a:gd name="connsiteY23" fmla="*/ 7707 h 4802379"/>
              <a:gd name="connsiteX24" fmla="*/ 6739187 w 8371311"/>
              <a:gd name="connsiteY24" fmla="*/ 33 h 480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371311" h="4802379">
                <a:moveTo>
                  <a:pt x="6739187" y="33"/>
                </a:moveTo>
                <a:cubicBezTo>
                  <a:pt x="7567407" y="5405"/>
                  <a:pt x="8277393" y="657360"/>
                  <a:pt x="8362832" y="1526478"/>
                </a:cubicBezTo>
                <a:cubicBezTo>
                  <a:pt x="8368528" y="1584419"/>
                  <a:pt x="8371313" y="1641954"/>
                  <a:pt x="8371311" y="1698929"/>
                </a:cubicBezTo>
                <a:lnTo>
                  <a:pt x="8369999" y="1725804"/>
                </a:lnTo>
                <a:lnTo>
                  <a:pt x="8371310" y="1725804"/>
                </a:lnTo>
                <a:lnTo>
                  <a:pt x="8371310" y="4802379"/>
                </a:lnTo>
                <a:lnTo>
                  <a:pt x="0" y="4802379"/>
                </a:lnTo>
                <a:lnTo>
                  <a:pt x="0" y="1754200"/>
                </a:lnTo>
                <a:lnTo>
                  <a:pt x="0" y="1754190"/>
                </a:lnTo>
                <a:lnTo>
                  <a:pt x="0" y="1754180"/>
                </a:lnTo>
                <a:lnTo>
                  <a:pt x="0" y="1725804"/>
                </a:lnTo>
                <a:lnTo>
                  <a:pt x="1385" y="1725804"/>
                </a:lnTo>
                <a:lnTo>
                  <a:pt x="8250" y="1585100"/>
                </a:lnTo>
                <a:cubicBezTo>
                  <a:pt x="84647" y="805294"/>
                  <a:pt x="683545" y="165468"/>
                  <a:pt x="1469164" y="88237"/>
                </a:cubicBezTo>
                <a:cubicBezTo>
                  <a:pt x="1960176" y="39968"/>
                  <a:pt x="2422441" y="221458"/>
                  <a:pt x="2755460" y="547470"/>
                </a:cubicBezTo>
                <a:lnTo>
                  <a:pt x="2809664" y="607236"/>
                </a:lnTo>
                <a:lnTo>
                  <a:pt x="2821220" y="607236"/>
                </a:lnTo>
                <a:lnTo>
                  <a:pt x="2885988" y="696207"/>
                </a:lnTo>
                <a:cubicBezTo>
                  <a:pt x="3222090" y="1114578"/>
                  <a:pt x="3745737" y="1359890"/>
                  <a:pt x="4306894" y="1304725"/>
                </a:cubicBezTo>
                <a:cubicBezTo>
                  <a:pt x="4755819" y="1260593"/>
                  <a:pt x="5143750" y="1032511"/>
                  <a:pt x="5408043" y="699429"/>
                </a:cubicBezTo>
                <a:lnTo>
                  <a:pt x="5474299" y="607236"/>
                </a:lnTo>
                <a:lnTo>
                  <a:pt x="5475811" y="607236"/>
                </a:lnTo>
                <a:lnTo>
                  <a:pt x="5483384" y="596843"/>
                </a:lnTo>
                <a:cubicBezTo>
                  <a:pt x="5747374" y="272600"/>
                  <a:pt x="6130205" y="51149"/>
                  <a:pt x="6572116" y="7707"/>
                </a:cubicBezTo>
                <a:cubicBezTo>
                  <a:pt x="6628232" y="2191"/>
                  <a:pt x="6683972" y="-325"/>
                  <a:pt x="6739187" y="33"/>
                </a:cubicBezTo>
                <a:close/>
              </a:path>
            </a:pathLst>
          </a:custGeom>
          <a:solidFill>
            <a:srgbClr val="CBAFAA"/>
          </a:solidFill>
          <a:ln>
            <a:solidFill>
              <a:srgbClr val="CBA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39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Breitbild</PresentationFormat>
  <Paragraphs>58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Yoga Place</vt:lpstr>
      <vt:lpstr>Mein Thema</vt:lpstr>
      <vt:lpstr>Yoga </vt:lpstr>
      <vt:lpstr>Code Bausteine</vt:lpstr>
      <vt:lpstr>Dark/Light - Mode</vt:lpstr>
      <vt:lpstr>Erstellen der Sterne</vt:lpstr>
      <vt:lpstr>Atemübungen</vt:lpstr>
      <vt:lpstr>Reflexion</vt:lpstr>
      <vt:lpstr>Was lief gut?</vt:lpstr>
      <vt:lpstr>Was wäre ausbaufähig?</vt:lpstr>
      <vt:lpstr>Schwierigkeiten: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Sperrer Simone</dc:creator>
  <cp:lastModifiedBy>Sperrer Simone</cp:lastModifiedBy>
  <cp:revision>6</cp:revision>
  <dcterms:created xsi:type="dcterms:W3CDTF">2024-06-11T20:27:08Z</dcterms:created>
  <dcterms:modified xsi:type="dcterms:W3CDTF">2024-06-19T09:10:09Z</dcterms:modified>
</cp:coreProperties>
</file>